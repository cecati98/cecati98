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8" r:id="rId5"/>
  </p:sldIdLst>
  <p:sldSz cx="50403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9F41DE-F3A2-CC02-4CBF-757742AE48B7}" v="3" dt="2025-07-04T18:01:06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2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ús Rangel García" userId="S::fototeca.svaa.dt@dgcft.sems.gob.mx::829a70d8-e704-401e-9ef1-eb8c74dfa7b3" providerId="AD" clId="Web-{0948B38B-1D88-62E9-6EA0-F91682CA8F3C}"/>
    <pc:docChg chg="addSld delSld modSld">
      <pc:chgData name="Jesús Rangel García" userId="S::fototeca.svaa.dt@dgcft.sems.gob.mx::829a70d8-e704-401e-9ef1-eb8c74dfa7b3" providerId="AD" clId="Web-{0948B38B-1D88-62E9-6EA0-F91682CA8F3C}" dt="2025-04-08T15:44:37.771" v="267" actId="20577"/>
      <pc:docMkLst>
        <pc:docMk/>
      </pc:docMkLst>
      <pc:sldChg chg="addSp modSp">
        <pc:chgData name="Jesús Rangel García" userId="S::fototeca.svaa.dt@dgcft.sems.gob.mx::829a70d8-e704-401e-9ef1-eb8c74dfa7b3" providerId="AD" clId="Web-{0948B38B-1D88-62E9-6EA0-F91682CA8F3C}" dt="2025-04-08T15:44:37.771" v="267" actId="20577"/>
        <pc:sldMkLst>
          <pc:docMk/>
          <pc:sldMk cId="85301370" sldId="256"/>
        </pc:sldMkLst>
      </pc:sldChg>
      <pc:sldChg chg="new del">
        <pc:chgData name="Jesús Rangel García" userId="S::fototeca.svaa.dt@dgcft.sems.gob.mx::829a70d8-e704-401e-9ef1-eb8c74dfa7b3" providerId="AD" clId="Web-{0948B38B-1D88-62E9-6EA0-F91682CA8F3C}" dt="2025-04-08T15:37:00.222" v="2"/>
        <pc:sldMkLst>
          <pc:docMk/>
          <pc:sldMk cId="1109410525" sldId="257"/>
        </pc:sldMkLst>
      </pc:sldChg>
      <pc:sldChg chg="del">
        <pc:chgData name="Jesús Rangel García" userId="S::fototeca.svaa.dt@dgcft.sems.gob.mx::829a70d8-e704-401e-9ef1-eb8c74dfa7b3" providerId="AD" clId="Web-{0948B38B-1D88-62E9-6EA0-F91682CA8F3C}" dt="2025-04-08T15:36:41.675" v="0"/>
        <pc:sldMkLst>
          <pc:docMk/>
          <pc:sldMk cId="1759586606" sldId="257"/>
        </pc:sldMkLst>
      </pc:sldChg>
    </pc:docChg>
  </pc:docChgLst>
  <pc:docChgLst>
    <pc:chgData name="Julio César Villafán Morales" userId="S::imagen1.svaa.dt@dgcft.sems.gob.mx::23478f52-a78c-4645-add4-44475e62fd62" providerId="AD" clId="Web-{959F41DE-F3A2-CC02-4CBF-757742AE48B7}"/>
    <pc:docChg chg="addSld delSld">
      <pc:chgData name="Julio César Villafán Morales" userId="S::imagen1.svaa.dt@dgcft.sems.gob.mx::23478f52-a78c-4645-add4-44475e62fd62" providerId="AD" clId="Web-{959F41DE-F3A2-CC02-4CBF-757742AE48B7}" dt="2025-07-04T18:01:06.036" v="2"/>
      <pc:docMkLst>
        <pc:docMk/>
      </pc:docMkLst>
      <pc:sldChg chg="del">
        <pc:chgData name="Julio César Villafán Morales" userId="S::imagen1.svaa.dt@dgcft.sems.gob.mx::23478f52-a78c-4645-add4-44475e62fd62" providerId="AD" clId="Web-{959F41DE-F3A2-CC02-4CBF-757742AE48B7}" dt="2025-07-04T18:01:06.036" v="2"/>
        <pc:sldMkLst>
          <pc:docMk/>
          <pc:sldMk cId="85301370" sldId="256"/>
        </pc:sldMkLst>
      </pc:sldChg>
      <pc:sldChg chg="add">
        <pc:chgData name="Julio César Villafán Morales" userId="S::imagen1.svaa.dt@dgcft.sems.gob.mx::23478f52-a78c-4645-add4-44475e62fd62" providerId="AD" clId="Web-{959F41DE-F3A2-CC02-4CBF-757742AE48B7}" dt="2025-07-04T18:01:04.005" v="0"/>
        <pc:sldMkLst>
          <pc:docMk/>
          <pc:sldMk cId="1759586606" sldId="257"/>
        </pc:sldMkLst>
      </pc:sldChg>
      <pc:sldChg chg="add">
        <pc:chgData name="Julio César Villafán Morales" userId="S::imagen1.svaa.dt@dgcft.sems.gob.mx::23478f52-a78c-4645-add4-44475e62fd62" providerId="AD" clId="Web-{959F41DE-F3A2-CC02-4CBF-757742AE48B7}" dt="2025-07-04T18:01:04.021" v="1"/>
        <pc:sldMkLst>
          <pc:docMk/>
          <pc:sldMk cId="3625533853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024" y="1237197"/>
            <a:ext cx="4284266" cy="2631887"/>
          </a:xfrm>
        </p:spPr>
        <p:txBody>
          <a:bodyPr anchor="b"/>
          <a:lstStyle>
            <a:lvl1pPr algn="ctr"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3970580"/>
            <a:ext cx="3780235" cy="1825171"/>
          </a:xfrm>
        </p:spPr>
        <p:txBody>
          <a:bodyPr/>
          <a:lstStyle>
            <a:lvl1pPr marL="0" indent="0" algn="ctr">
              <a:buNone/>
              <a:defRPr sz="1323"/>
            </a:lvl1pPr>
            <a:lvl2pPr marL="252009" indent="0" algn="ctr">
              <a:buNone/>
              <a:defRPr sz="1102"/>
            </a:lvl2pPr>
            <a:lvl3pPr marL="504017" indent="0" algn="ctr">
              <a:buNone/>
              <a:defRPr sz="992"/>
            </a:lvl3pPr>
            <a:lvl4pPr marL="756026" indent="0" algn="ctr">
              <a:buNone/>
              <a:defRPr sz="882"/>
            </a:lvl4pPr>
            <a:lvl5pPr marL="1008035" indent="0" algn="ctr">
              <a:buNone/>
              <a:defRPr sz="882"/>
            </a:lvl5pPr>
            <a:lvl6pPr marL="1260043" indent="0" algn="ctr">
              <a:buNone/>
              <a:defRPr sz="882"/>
            </a:lvl6pPr>
            <a:lvl7pPr marL="1512052" indent="0" algn="ctr">
              <a:buNone/>
              <a:defRPr sz="882"/>
            </a:lvl7pPr>
            <a:lvl8pPr marL="1764060" indent="0" algn="ctr">
              <a:buNone/>
              <a:defRPr sz="882"/>
            </a:lvl8pPr>
            <a:lvl9pPr marL="2016069" indent="0" algn="ctr">
              <a:buNone/>
              <a:defRPr sz="882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00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51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7" y="1884671"/>
            <a:ext cx="4347270" cy="3144614"/>
          </a:xfrm>
        </p:spPr>
        <p:txBody>
          <a:bodyPr anchor="b"/>
          <a:lstStyle>
            <a:lvl1pPr>
              <a:defRPr sz="330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7" y="5059035"/>
            <a:ext cx="4347270" cy="1653678"/>
          </a:xfrm>
        </p:spPr>
        <p:txBody>
          <a:bodyPr/>
          <a:lstStyle>
            <a:lvl1pPr marL="0" indent="0">
              <a:buNone/>
              <a:defRPr sz="1323">
                <a:solidFill>
                  <a:schemeClr val="tx1"/>
                </a:solidFill>
              </a:defRPr>
            </a:lvl1pPr>
            <a:lvl2pPr marL="252009" indent="0">
              <a:buNone/>
              <a:defRPr sz="1102">
                <a:solidFill>
                  <a:schemeClr val="tx1">
                    <a:tint val="75000"/>
                  </a:schemeClr>
                </a:solidFill>
              </a:defRPr>
            </a:lvl2pPr>
            <a:lvl3pPr marL="504017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3pPr>
            <a:lvl4pPr marL="756026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4pPr>
            <a:lvl5pPr marL="1008035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5pPr>
            <a:lvl6pPr marL="1260043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6pPr>
            <a:lvl7pPr marL="1512052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7pPr>
            <a:lvl8pPr marL="176406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8pPr>
            <a:lvl9pPr marL="2016069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9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2012414"/>
            <a:ext cx="2142133" cy="479654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1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402484"/>
            <a:ext cx="4347270" cy="146118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9" y="1853171"/>
            <a:ext cx="2132288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9" y="2761381"/>
            <a:ext cx="2132288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1853171"/>
            <a:ext cx="2142790" cy="908210"/>
          </a:xfrm>
        </p:spPr>
        <p:txBody>
          <a:bodyPr anchor="b"/>
          <a:lstStyle>
            <a:lvl1pPr marL="0" indent="0">
              <a:buNone/>
              <a:defRPr sz="1323" b="1"/>
            </a:lvl1pPr>
            <a:lvl2pPr marL="252009" indent="0">
              <a:buNone/>
              <a:defRPr sz="1102" b="1"/>
            </a:lvl2pPr>
            <a:lvl3pPr marL="504017" indent="0">
              <a:buNone/>
              <a:defRPr sz="992" b="1"/>
            </a:lvl3pPr>
            <a:lvl4pPr marL="756026" indent="0">
              <a:buNone/>
              <a:defRPr sz="882" b="1"/>
            </a:lvl4pPr>
            <a:lvl5pPr marL="1008035" indent="0">
              <a:buNone/>
              <a:defRPr sz="882" b="1"/>
            </a:lvl5pPr>
            <a:lvl6pPr marL="1260043" indent="0">
              <a:buNone/>
              <a:defRPr sz="882" b="1"/>
            </a:lvl6pPr>
            <a:lvl7pPr marL="1512052" indent="0">
              <a:buNone/>
              <a:defRPr sz="882" b="1"/>
            </a:lvl7pPr>
            <a:lvl8pPr marL="1764060" indent="0">
              <a:buNone/>
              <a:defRPr sz="882" b="1"/>
            </a:lvl8pPr>
            <a:lvl9pPr marL="2016069" indent="0">
              <a:buNone/>
              <a:defRPr sz="882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2761381"/>
            <a:ext cx="2142790" cy="406157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99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32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20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1088455"/>
            <a:ext cx="2551658" cy="5372269"/>
          </a:xfrm>
        </p:spPr>
        <p:txBody>
          <a:bodyPr/>
          <a:lstStyle>
            <a:lvl1pPr>
              <a:defRPr sz="1764"/>
            </a:lvl1pPr>
            <a:lvl2pPr>
              <a:defRPr sz="1543"/>
            </a:lvl2pPr>
            <a:lvl3pPr>
              <a:defRPr sz="1323"/>
            </a:lvl3pPr>
            <a:lvl4pPr>
              <a:defRPr sz="1102"/>
            </a:lvl4pPr>
            <a:lvl5pPr>
              <a:defRPr sz="1102"/>
            </a:lvl5pPr>
            <a:lvl6pPr>
              <a:defRPr sz="1102"/>
            </a:lvl6pPr>
            <a:lvl7pPr>
              <a:defRPr sz="1102"/>
            </a:lvl7pPr>
            <a:lvl8pPr>
              <a:defRPr sz="1102"/>
            </a:lvl8pPr>
            <a:lvl9pPr>
              <a:defRPr sz="1102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503978"/>
            <a:ext cx="1625632" cy="1763924"/>
          </a:xfrm>
        </p:spPr>
        <p:txBody>
          <a:bodyPr anchor="b"/>
          <a:lstStyle>
            <a:lvl1pPr>
              <a:defRPr sz="1764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790" y="1088455"/>
            <a:ext cx="2551658" cy="5372269"/>
          </a:xfrm>
        </p:spPr>
        <p:txBody>
          <a:bodyPr anchor="t"/>
          <a:lstStyle>
            <a:lvl1pPr marL="0" indent="0">
              <a:buNone/>
              <a:defRPr sz="1764"/>
            </a:lvl1pPr>
            <a:lvl2pPr marL="252009" indent="0">
              <a:buNone/>
              <a:defRPr sz="1543"/>
            </a:lvl2pPr>
            <a:lvl3pPr marL="504017" indent="0">
              <a:buNone/>
              <a:defRPr sz="1323"/>
            </a:lvl3pPr>
            <a:lvl4pPr marL="756026" indent="0">
              <a:buNone/>
              <a:defRPr sz="1102"/>
            </a:lvl4pPr>
            <a:lvl5pPr marL="1008035" indent="0">
              <a:buNone/>
              <a:defRPr sz="1102"/>
            </a:lvl5pPr>
            <a:lvl6pPr marL="1260043" indent="0">
              <a:buNone/>
              <a:defRPr sz="1102"/>
            </a:lvl6pPr>
            <a:lvl7pPr marL="1512052" indent="0">
              <a:buNone/>
              <a:defRPr sz="1102"/>
            </a:lvl7pPr>
            <a:lvl8pPr marL="1764060" indent="0">
              <a:buNone/>
              <a:defRPr sz="1102"/>
            </a:lvl8pPr>
            <a:lvl9pPr marL="2016069" indent="0">
              <a:buNone/>
              <a:defRPr sz="110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2267902"/>
            <a:ext cx="1625632" cy="4201570"/>
          </a:xfrm>
        </p:spPr>
        <p:txBody>
          <a:bodyPr/>
          <a:lstStyle>
            <a:lvl1pPr marL="0" indent="0">
              <a:buNone/>
              <a:defRPr sz="882"/>
            </a:lvl1pPr>
            <a:lvl2pPr marL="252009" indent="0">
              <a:buNone/>
              <a:defRPr sz="772"/>
            </a:lvl2pPr>
            <a:lvl3pPr marL="504017" indent="0">
              <a:buNone/>
              <a:defRPr sz="661"/>
            </a:lvl3pPr>
            <a:lvl4pPr marL="756026" indent="0">
              <a:buNone/>
              <a:defRPr sz="551"/>
            </a:lvl4pPr>
            <a:lvl5pPr marL="1008035" indent="0">
              <a:buNone/>
              <a:defRPr sz="551"/>
            </a:lvl5pPr>
            <a:lvl6pPr marL="1260043" indent="0">
              <a:buNone/>
              <a:defRPr sz="551"/>
            </a:lvl6pPr>
            <a:lvl7pPr marL="1512052" indent="0">
              <a:buNone/>
              <a:defRPr sz="551"/>
            </a:lvl7pPr>
            <a:lvl8pPr marL="1764060" indent="0">
              <a:buNone/>
              <a:defRPr sz="551"/>
            </a:lvl8pPr>
            <a:lvl9pPr marL="2016069" indent="0">
              <a:buNone/>
              <a:defRPr sz="55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38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029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5" y="402483"/>
            <a:ext cx="1086817" cy="64064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2" y="402483"/>
            <a:ext cx="3197449" cy="6406475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65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402484"/>
            <a:ext cx="4347270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2012414"/>
            <a:ext cx="4347270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126C3-CA65-482C-ABA6-CF3FAA82D354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7006700"/>
            <a:ext cx="1701106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7006700"/>
            <a:ext cx="1134070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B0AFD-52CF-4767-8994-A49953B86E1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6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04017" rtl="0" eaLnBrk="1" latinLnBrk="0" hangingPunct="1">
        <a:lnSpc>
          <a:spcPct val="90000"/>
        </a:lnSpc>
        <a:spcBef>
          <a:spcPct val="0"/>
        </a:spcBef>
        <a:buNone/>
        <a:defRPr sz="24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6004" indent="-126004" algn="l" defTabSz="504017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543" kern="1200">
          <a:solidFill>
            <a:schemeClr val="tx1"/>
          </a:solidFill>
          <a:latin typeface="+mn-lt"/>
          <a:ea typeface="+mn-ea"/>
          <a:cs typeface="+mn-cs"/>
        </a:defRPr>
      </a:lvl1pPr>
      <a:lvl2pPr marL="37801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30022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1102" kern="1200">
          <a:solidFill>
            <a:schemeClr val="tx1"/>
          </a:solidFill>
          <a:latin typeface="+mn-lt"/>
          <a:ea typeface="+mn-ea"/>
          <a:cs typeface="+mn-cs"/>
        </a:defRPr>
      </a:lvl3pPr>
      <a:lvl4pPr marL="882030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386048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638056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890065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142073" indent="-126004" algn="l" defTabSz="504017" rtl="0" eaLnBrk="1" latinLnBrk="0" hangingPunct="1">
        <a:lnSpc>
          <a:spcPct val="90000"/>
        </a:lnSpc>
        <a:spcBef>
          <a:spcPts val="276"/>
        </a:spcBef>
        <a:buFont typeface="Arial" panose="020B0604020202020204" pitchFamily="34" charset="0"/>
        <a:buChar char="•"/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1pPr>
      <a:lvl2pPr marL="25200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2pPr>
      <a:lvl3pPr marL="504017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3pPr>
      <a:lvl4pPr marL="756026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4pPr>
      <a:lvl5pPr marL="1008035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5pPr>
      <a:lvl6pPr marL="1260043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6pPr>
      <a:lvl7pPr marL="1512052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7pPr>
      <a:lvl8pPr marL="1764060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8pPr>
      <a:lvl9pPr marL="2016069" algn="l" defTabSz="504017" rtl="0" eaLnBrk="1" latinLnBrk="0" hangingPunct="1">
        <a:defRPr sz="99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="" xmlns:a16="http://schemas.microsoft.com/office/drawing/2014/main" id="{625461F5-492D-4344-BB03-839041DEBFEB}"/>
              </a:ext>
            </a:extLst>
          </p:cNvPr>
          <p:cNvSpPr txBox="1"/>
          <p:nvPr/>
        </p:nvSpPr>
        <p:spPr>
          <a:xfrm>
            <a:off x="2067680" y="39328"/>
            <a:ext cx="301708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MX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CECATI </a:t>
            </a:r>
            <a:r>
              <a:rPr lang="es-MX" sz="28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98</a:t>
            </a:r>
            <a:endParaRPr lang="es-MX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xmlns="" id="{1347F4B1-C986-48EC-87C8-F19F911BA6DB}"/>
              </a:ext>
            </a:extLst>
          </p:cNvPr>
          <p:cNvSpPr txBox="1"/>
          <p:nvPr/>
        </p:nvSpPr>
        <p:spPr>
          <a:xfrm>
            <a:off x="2725637" y="1213960"/>
            <a:ext cx="2314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b="1" dirty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Inscríbete en </a:t>
            </a:r>
            <a:r>
              <a:rPr lang="es-MX" sz="12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la siguiente especialidad:</a:t>
            </a:r>
            <a:endParaRPr lang="es-MX" sz="12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1" name="CuadroTexto 26">
            <a:extLst>
              <a:ext uri="{FF2B5EF4-FFF2-40B4-BE49-F238E27FC236}">
                <a16:creationId xmlns:a16="http://schemas.microsoft.com/office/drawing/2014/main" xmlns="" id="{0BFD0D4C-AEB8-42D9-9F8E-BA94EAF86A5D}"/>
              </a:ext>
            </a:extLst>
          </p:cNvPr>
          <p:cNvSpPr txBox="1"/>
          <p:nvPr/>
        </p:nvSpPr>
        <p:spPr>
          <a:xfrm>
            <a:off x="2770088" y="1755386"/>
            <a:ext cx="221454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REFRIGERACIÓN Y AIRE ACONDICIONADO</a:t>
            </a:r>
            <a:endParaRPr lang="es-MX" sz="16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607368" y="2743921"/>
            <a:ext cx="257237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Martes a Jueves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736220" y="3005695"/>
            <a:ext cx="231467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8:00 a 11:00</a:t>
            </a:r>
            <a:endParaRPr lang="es-MX" sz="16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709298" y="4339500"/>
            <a:ext cx="2314676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Sabatino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709297" y="4586535"/>
            <a:ext cx="2314676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8:00 a 13:00</a:t>
            </a:r>
            <a:endParaRPr lang="es-MX" sz="16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669960" y="4771200"/>
            <a:ext cx="231467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4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- 10 sábados -</a:t>
            </a:r>
            <a:endParaRPr lang="es-MX" sz="14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7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591172" y="3398509"/>
            <a:ext cx="257237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0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Viernes</a:t>
            </a:r>
            <a:endParaRPr lang="es-MX" sz="20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8" name="CuadroTexto 26">
            <a:extLst>
              <a:ext uri="{FF2B5EF4-FFF2-40B4-BE49-F238E27FC236}">
                <a16:creationId xmlns="" xmlns:a16="http://schemas.microsoft.com/office/drawing/2014/main" id="{0BFD0D4C-AEB8-42D9-9F8E-BA94EAF86A5D}"/>
              </a:ext>
            </a:extLst>
          </p:cNvPr>
          <p:cNvSpPr txBox="1"/>
          <p:nvPr/>
        </p:nvSpPr>
        <p:spPr>
          <a:xfrm>
            <a:off x="2892951" y="3661420"/>
            <a:ext cx="194736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 smtClean="0">
                <a:solidFill>
                  <a:srgbClr val="62131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   8:00 a 12:00   ó  15:00 a 19:00 </a:t>
            </a:r>
            <a:endParaRPr lang="es-MX" sz="1600" b="1" dirty="0">
              <a:solidFill>
                <a:srgbClr val="62131F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xmlns="" id="{E9487D1D-4565-4FFE-8E86-A6F5CEDCBFCC}"/>
              </a:ext>
            </a:extLst>
          </p:cNvPr>
          <p:cNvSpPr txBox="1"/>
          <p:nvPr/>
        </p:nvSpPr>
        <p:spPr>
          <a:xfrm>
            <a:off x="65070" y="5334064"/>
            <a:ext cx="39155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b="1" dirty="0">
                <a:solidFill>
                  <a:schemeClr val="bg1"/>
                </a:solidFill>
              </a:rPr>
              <a:t>Aprende a instalar, mantener y reparar sistemas de climatización con técnicas modernas y prácticas que te preparan para un mercado laboral en constante crecimiento.</a:t>
            </a:r>
            <a:endParaRPr lang="es-MX" sz="1400" b="1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20" name="Imagen 1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79" r="11154" b="23677"/>
          <a:stretch/>
        </p:blipFill>
        <p:spPr>
          <a:xfrm>
            <a:off x="3980669" y="5673431"/>
            <a:ext cx="875972" cy="88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338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D5FDCE19158FD44A3F5435DF681522B" ma:contentTypeVersion="22" ma:contentTypeDescription="Crear nuevo documento." ma:contentTypeScope="" ma:versionID="ab4a66bc8f4ae06b73eee800d4ee1419">
  <xsd:schema xmlns:xsd="http://www.w3.org/2001/XMLSchema" xmlns:xs="http://www.w3.org/2001/XMLSchema" xmlns:p="http://schemas.microsoft.com/office/2006/metadata/properties" xmlns:ns2="2745a1bf-f2d5-49b7-815d-547e5fab7e94" xmlns:ns3="3e5e1032-0b0c-4356-9e69-304b38f5d91e" targetNamespace="http://schemas.microsoft.com/office/2006/metadata/properties" ma:root="true" ma:fieldsID="bdbb8d78900396c3a8c50b36e2b2139e" ns2:_="" ns3:_="">
    <xsd:import namespace="2745a1bf-f2d5-49b7-815d-547e5fab7e94"/>
    <xsd:import namespace="3e5e1032-0b0c-4356-9e69-304b38f5d9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CECATI70LZC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45a1bf-f2d5-49b7-815d-547e5fab7e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hidden="true" ma:internalName="MediaServiceOCR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04dd5c0c-8083-45f9-9849-47e71b37f7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hidden="true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hidden="true" ma:internalName="MediaServiceKeyPoint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ECATI70LZC" ma:index="24" nillable="true" ma:displayName="CECATI70LZC" ma:format="Dropdown" ma:internalName="CECATI70LZC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5e1032-0b0c-4356-9e69-304b38f5d91e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hidden="true" ma:internalName="SharedWithDetails" ma:readOnly="true">
      <xsd:simpleType>
        <xsd:restriction base="dms:Note"/>
      </xsd:simpleType>
    </xsd:element>
    <xsd:element name="TaxCatchAll" ma:index="19" nillable="true" ma:displayName="Taxonomy Catch All Column" ma:hidden="true" ma:list="{5f69ec9b-07ba-4b3b-ada6-2e25e9b6c2eb}" ma:internalName="TaxCatchAll" ma:readOnly="false" ma:showField="CatchAllData" ma:web="3e5e1032-0b0c-4356-9e69-304b38f5d9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ni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5e1032-0b0c-4356-9e69-304b38f5d91e" xsi:nil="true"/>
    <lcf76f155ced4ddcb4097134ff3c332f xmlns="2745a1bf-f2d5-49b7-815d-547e5fab7e94">
      <Terms xmlns="http://schemas.microsoft.com/office/infopath/2007/PartnerControls"/>
    </lcf76f155ced4ddcb4097134ff3c332f>
    <CECATI70LZC xmlns="2745a1bf-f2d5-49b7-815d-547e5fab7e94" xsi:nil="true"/>
  </documentManagement>
</p:properties>
</file>

<file path=customXml/itemProps1.xml><?xml version="1.0" encoding="utf-8"?>
<ds:datastoreItem xmlns:ds="http://schemas.openxmlformats.org/officeDocument/2006/customXml" ds:itemID="{D406E3D5-4AE4-4556-BAD8-E0AB5EE24C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45a1bf-f2d5-49b7-815d-547e5fab7e94"/>
    <ds:schemaRef ds:uri="3e5e1032-0b0c-4356-9e69-304b38f5d9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79C53E-20AC-467E-A89A-B86F01BD0A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4ECDE6-08D3-4C08-A56A-23F997990CED}">
  <ds:schemaRefs>
    <ds:schemaRef ds:uri="http://schemas.microsoft.com/office/2006/metadata/properties"/>
    <ds:schemaRef ds:uri="http://schemas.microsoft.com/office/infopath/2007/PartnerControls"/>
    <ds:schemaRef ds:uri="3e5e1032-0b0c-4356-9e69-304b38f5d91e"/>
    <ds:schemaRef ds:uri="2745a1bf-f2d5-49b7-815d-547e5fab7e9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157</TotalTime>
  <Words>61</Words>
  <Application>Microsoft Office PowerPoint</Application>
  <PresentationFormat>Personalizado</PresentationFormat>
  <Paragraphs>11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Noto Sans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DIRECCION CECATI 98</cp:lastModifiedBy>
  <cp:revision>147</cp:revision>
  <dcterms:created xsi:type="dcterms:W3CDTF">2022-01-27T19:40:13Z</dcterms:created>
  <dcterms:modified xsi:type="dcterms:W3CDTF">2026-01-14T20:36:31Z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0x010100ED5FDCE19158FD44A3F5435DF681522B</vt:lpwstr>
  </property>
  <property fmtid="{D5CDD505-2E9C-101B-9397-08002B2CF9AE}" pid="3" name="MediaServiceImageTags">
    <vt:lpwstr/>
  </property>
</Properties>
</file>