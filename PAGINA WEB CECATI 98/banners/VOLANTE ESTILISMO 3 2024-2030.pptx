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50403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237197"/>
            <a:ext cx="4284266" cy="2631887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970580"/>
            <a:ext cx="3780235" cy="1825171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0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884671"/>
            <a:ext cx="4347270" cy="3144614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5059035"/>
            <a:ext cx="4347270" cy="165367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9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02484"/>
            <a:ext cx="4347270" cy="146118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853171"/>
            <a:ext cx="2132288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761381"/>
            <a:ext cx="2132288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853171"/>
            <a:ext cx="2142790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761381"/>
            <a:ext cx="2142790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2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1088455"/>
            <a:ext cx="2551658" cy="537226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1088455"/>
            <a:ext cx="2551658" cy="537226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3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402483"/>
            <a:ext cx="1086817" cy="6406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402483"/>
            <a:ext cx="3197449" cy="6406475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6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402484"/>
            <a:ext cx="434727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2012414"/>
            <a:ext cx="434727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7006700"/>
            <a:ext cx="170110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625461F5-492D-4344-BB03-839041DEBFEB}"/>
              </a:ext>
            </a:extLst>
          </p:cNvPr>
          <p:cNvSpPr txBox="1"/>
          <p:nvPr/>
        </p:nvSpPr>
        <p:spPr>
          <a:xfrm>
            <a:off x="2067680" y="39328"/>
            <a:ext cx="301708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CECATI </a:t>
            </a:r>
            <a:r>
              <a:rPr lang="es-MX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98</a:t>
            </a:r>
            <a:endParaRPr lang="es-MX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1347F4B1-C986-48EC-87C8-F19F911BA6DB}"/>
              </a:ext>
            </a:extLst>
          </p:cNvPr>
          <p:cNvSpPr txBox="1"/>
          <p:nvPr/>
        </p:nvSpPr>
        <p:spPr>
          <a:xfrm>
            <a:off x="2725637" y="1213960"/>
            <a:ext cx="231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Inscríbete en </a:t>
            </a:r>
            <a:r>
              <a:rPr lang="es-MX" sz="12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siguiente especialidad:</a:t>
            </a:r>
            <a:endParaRPr lang="es-MX" sz="12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825764" y="2024200"/>
            <a:ext cx="211441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ESTILISMO Y DISEÑO DE IMAGEN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571653" y="3477315"/>
            <a:ext cx="253004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Lunes a Miércoles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770088" y="3814509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8:00 a 11:00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="" xmlns:a16="http://schemas.microsoft.com/office/drawing/2014/main" id="{E9487D1D-4565-4FFE-8E86-A6F5CEDCBFCC}"/>
              </a:ext>
            </a:extLst>
          </p:cNvPr>
          <p:cNvSpPr txBox="1"/>
          <p:nvPr/>
        </p:nvSpPr>
        <p:spPr>
          <a:xfrm>
            <a:off x="39669" y="5023426"/>
            <a:ext cx="39155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b="1" dirty="0">
                <a:solidFill>
                  <a:schemeClr val="bg1"/>
                </a:solidFill>
              </a:rPr>
              <a:t>¿Quieres aprender a transformar la estética en una herramienta para destacar tu personalidad aprendiendo técnicas de estilismo profesional? </a:t>
            </a:r>
            <a:r>
              <a:rPr lang="es-MX" sz="1400" b="1" dirty="0" smtClean="0">
                <a:solidFill>
                  <a:schemeClr val="bg1"/>
                </a:solidFill>
              </a:rPr>
              <a:t>Estos cursos </a:t>
            </a:r>
            <a:r>
              <a:rPr lang="es-MX" sz="1400" b="1" dirty="0">
                <a:solidFill>
                  <a:schemeClr val="bg1"/>
                </a:solidFill>
              </a:rPr>
              <a:t>está </a:t>
            </a:r>
            <a:r>
              <a:rPr lang="es-MX" sz="1400" b="1" dirty="0" smtClean="0">
                <a:solidFill>
                  <a:schemeClr val="bg1"/>
                </a:solidFill>
              </a:rPr>
              <a:t>pensados </a:t>
            </a:r>
            <a:r>
              <a:rPr lang="es-MX" sz="1400" b="1" dirty="0">
                <a:solidFill>
                  <a:schemeClr val="bg1"/>
                </a:solidFill>
              </a:rPr>
              <a:t>para quienes desean dominar el arte de combinar colores y tendencias para proyectar una imagen única y auténtica así como para emprender en lo laboral.</a:t>
            </a:r>
            <a:endParaRPr lang="es-MX" sz="14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9" r="11154" b="23677"/>
          <a:stretch/>
        </p:blipFill>
        <p:spPr>
          <a:xfrm>
            <a:off x="3980669" y="5673431"/>
            <a:ext cx="875972" cy="88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1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5FDCE19158FD44A3F5435DF681522B" ma:contentTypeVersion="22" ma:contentTypeDescription="Crear nuevo documento." ma:contentTypeScope="" ma:versionID="ab4a66bc8f4ae06b73eee800d4ee1419">
  <xsd:schema xmlns:xsd="http://www.w3.org/2001/XMLSchema" xmlns:xs="http://www.w3.org/2001/XMLSchema" xmlns:p="http://schemas.microsoft.com/office/2006/metadata/properties" xmlns:ns2="2745a1bf-f2d5-49b7-815d-547e5fab7e94" xmlns:ns3="3e5e1032-0b0c-4356-9e69-304b38f5d91e" targetNamespace="http://schemas.microsoft.com/office/2006/metadata/properties" ma:root="true" ma:fieldsID="bdbb8d78900396c3a8c50b36e2b2139e" ns2:_="" ns3:_="">
    <xsd:import namespace="2745a1bf-f2d5-49b7-815d-547e5fab7e94"/>
    <xsd:import namespace="3e5e1032-0b0c-4356-9e69-304b38f5d9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CECATI70LZC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5a1bf-f2d5-49b7-815d-547e5fab7e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04dd5c0c-8083-45f9-9849-47e71b37f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hidden="true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hidden="true" ma:internalName="MediaServiceKeyPoint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ECATI70LZC" ma:index="24" nillable="true" ma:displayName="CECATI70LZC" ma:format="Dropdown" ma:internalName="CECATI70LZC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e1032-0b0c-4356-9e69-304b38f5d91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hidden="true" ma:internalName="SharedWithDetails" ma:readOnly="true">
      <xsd:simpleType>
        <xsd:restriction base="dms:Note"/>
      </xsd:simpleType>
    </xsd:element>
    <xsd:element name="TaxCatchAll" ma:index="19" nillable="true" ma:displayName="Taxonomy Catch All Column" ma:hidden="true" ma:list="{5f69ec9b-07ba-4b3b-ada6-2e25e9b6c2eb}" ma:internalName="TaxCatchAll" ma:readOnly="false" ma:showField="CatchAllData" ma:web="3e5e1032-0b0c-4356-9e69-304b38f5d9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ni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5e1032-0b0c-4356-9e69-304b38f5d91e" xsi:nil="true"/>
    <lcf76f155ced4ddcb4097134ff3c332f xmlns="2745a1bf-f2d5-49b7-815d-547e5fab7e94">
      <Terms xmlns="http://schemas.microsoft.com/office/infopath/2007/PartnerControls"/>
    </lcf76f155ced4ddcb4097134ff3c332f>
    <CECATI70LZC xmlns="2745a1bf-f2d5-49b7-815d-547e5fab7e9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7EEFBE-FC91-45CB-A765-E14D15281F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45a1bf-f2d5-49b7-815d-547e5fab7e94"/>
    <ds:schemaRef ds:uri="3e5e1032-0b0c-4356-9e69-304b38f5d9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4ECDE6-08D3-4C08-A56A-23F997990CED}">
  <ds:schemaRefs>
    <ds:schemaRef ds:uri="http://schemas.microsoft.com/office/2006/metadata/properties"/>
    <ds:schemaRef ds:uri="http://schemas.microsoft.com/office/infopath/2007/PartnerControls"/>
    <ds:schemaRef ds:uri="3e5e1032-0b0c-4356-9e69-304b38f5d91e"/>
    <ds:schemaRef ds:uri="2745a1bf-f2d5-49b7-815d-547e5fab7e94"/>
  </ds:schemaRefs>
</ds:datastoreItem>
</file>

<file path=customXml/itemProps3.xml><?xml version="1.0" encoding="utf-8"?>
<ds:datastoreItem xmlns:ds="http://schemas.openxmlformats.org/officeDocument/2006/customXml" ds:itemID="{9D79C53E-20AC-467E-A89A-B86F01BD0A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69</Words>
  <Application>Microsoft Office PowerPoint</Application>
  <PresentationFormat>Personalizado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Noto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DIRECCION CECATI 98</cp:lastModifiedBy>
  <cp:revision>117</cp:revision>
  <dcterms:created xsi:type="dcterms:W3CDTF">2022-01-27T19:40:13Z</dcterms:created>
  <dcterms:modified xsi:type="dcterms:W3CDTF">2026-01-14T20:27:41Z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0x010100ED5FDCE19158FD44A3F5435DF681522B</vt:lpwstr>
  </property>
  <property fmtid="{D5CDD505-2E9C-101B-9397-08002B2CF9AE}" pid="3" name="MediaServiceImageTags">
    <vt:lpwstr/>
  </property>
</Properties>
</file>