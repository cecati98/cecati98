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1347F4B1-C986-48EC-87C8-F19F911BA6DB}"/>
              </a:ext>
            </a:extLst>
          </p:cNvPr>
          <p:cNvSpPr txBox="1"/>
          <p:nvPr/>
        </p:nvSpPr>
        <p:spPr>
          <a:xfrm>
            <a:off x="2695060" y="1210933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95187" y="2270892"/>
            <a:ext cx="211441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Artes Gráficas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03525" y="3239332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Sabatino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25637" y="3538899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13:00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03525" y="3868466"/>
            <a:ext cx="231467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- 10 sábados -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xmlns="" id="{E9487D1D-4565-4FFE-8E86-A6F5CEDCBFCC}"/>
              </a:ext>
            </a:extLst>
          </p:cNvPr>
          <p:cNvSpPr txBox="1"/>
          <p:nvPr/>
        </p:nvSpPr>
        <p:spPr>
          <a:xfrm>
            <a:off x="39669" y="5180889"/>
            <a:ext cx="3915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Aprende la técnica de impresión más versátil y divertida para personalizar textiles, papel, cartón y mucho más. </a:t>
            </a:r>
            <a:r>
              <a:rPr lang="es-ES" sz="1400" b="1" dirty="0" smtClean="0">
                <a:solidFill>
                  <a:schemeClr val="bg1"/>
                </a:solidFill>
              </a:rPr>
              <a:t>Estos cursos </a:t>
            </a:r>
            <a:r>
              <a:rPr lang="es-ES" sz="1400" b="1" dirty="0">
                <a:solidFill>
                  <a:schemeClr val="bg1"/>
                </a:solidFill>
              </a:rPr>
              <a:t>está </a:t>
            </a:r>
            <a:r>
              <a:rPr lang="es-ES" sz="1400" b="1" dirty="0" smtClean="0">
                <a:solidFill>
                  <a:schemeClr val="bg1"/>
                </a:solidFill>
              </a:rPr>
              <a:t>diseñados </a:t>
            </a:r>
            <a:r>
              <a:rPr lang="es-ES" sz="1400" b="1" dirty="0">
                <a:solidFill>
                  <a:schemeClr val="bg1"/>
                </a:solidFill>
              </a:rPr>
              <a:t>para quienes quieren transformar su talento en diseños únicos y emprender en el mundo de </a:t>
            </a:r>
            <a:r>
              <a:rPr lang="es-ES" sz="1400" b="1" dirty="0" smtClean="0">
                <a:solidFill>
                  <a:schemeClr val="bg1"/>
                </a:solidFill>
              </a:rPr>
              <a:t>las artes gráficas.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0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0D311A-BBF1-41B8-B91E-B4A5FE5737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61</Words>
  <Application>Microsoft Office PowerPoint</Application>
  <PresentationFormat>Personalizado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143</cp:revision>
  <dcterms:created xsi:type="dcterms:W3CDTF">2022-01-27T19:40:13Z</dcterms:created>
  <dcterms:modified xsi:type="dcterms:W3CDTF">2026-01-14T20:45:17Z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