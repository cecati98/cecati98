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8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C4B9E-3FC9-F490-A876-D99B2D10DA66}" v="16" dt="2025-09-08T20:23:48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o César Villafán Morales" userId="S::imagen1.svaa.dt@dgcft.sems.gob.mx::23478f52-a78c-4645-add4-44475e62fd62" providerId="AD" clId="Web-{81A050E3-232B-A780-1D73-950275758E15}"/>
    <pc:docChg chg="addSld delSld">
      <pc:chgData name="Julio César Villafán Morales" userId="S::imagen1.svaa.dt@dgcft.sems.gob.mx::23478f52-a78c-4645-add4-44475e62fd62" providerId="AD" clId="Web-{81A050E3-232B-A780-1D73-950275758E15}" dt="2025-07-04T17:59:34.130" v="1"/>
      <pc:docMkLst>
        <pc:docMk/>
      </pc:docMkLst>
      <pc:sldChg chg="del">
        <pc:chgData name="Julio César Villafán Morales" userId="S::imagen1.svaa.dt@dgcft.sems.gob.mx::23478f52-a78c-4645-add4-44475e62fd62" providerId="AD" clId="Web-{81A050E3-232B-A780-1D73-950275758E15}" dt="2025-07-04T17:59:34.130" v="1"/>
        <pc:sldMkLst>
          <pc:docMk/>
          <pc:sldMk cId="85301370" sldId="256"/>
        </pc:sldMkLst>
      </pc:sldChg>
      <pc:sldChg chg="add">
        <pc:chgData name="Julio César Villafán Morales" userId="S::imagen1.svaa.dt@dgcft.sems.gob.mx::23478f52-a78c-4645-add4-44475e62fd62" providerId="AD" clId="Web-{81A050E3-232B-A780-1D73-950275758E15}" dt="2025-07-04T17:59:25.755" v="0"/>
        <pc:sldMkLst>
          <pc:docMk/>
          <pc:sldMk cId="1181528339" sldId="258"/>
        </pc:sldMkLst>
      </pc:sldChg>
    </pc:docChg>
  </pc:docChgLst>
  <pc:docChgLst>
    <pc:chgData name="Alma Rosa Ledezma Espino" userId="S::cecati22.vinc@dgcft.sems.gob.mx::93e26123-aa93-4223-af7e-d9f981016a29" providerId="AD" clId="Web-{CE2C4B9E-3FC9-F490-A876-D99B2D10DA66}"/>
    <pc:docChg chg="modSld">
      <pc:chgData name="Alma Rosa Ledezma Espino" userId="S::cecati22.vinc@dgcft.sems.gob.mx::93e26123-aa93-4223-af7e-d9f981016a29" providerId="AD" clId="Web-{CE2C4B9E-3FC9-F490-A876-D99B2D10DA66}" dt="2025-09-08T20:23:46.906" v="5" actId="20577"/>
      <pc:docMkLst>
        <pc:docMk/>
      </pc:docMkLst>
      <pc:sldChg chg="modSp">
        <pc:chgData name="Alma Rosa Ledezma Espino" userId="S::cecati22.vinc@dgcft.sems.gob.mx::93e26123-aa93-4223-af7e-d9f981016a29" providerId="AD" clId="Web-{CE2C4B9E-3FC9-F490-A876-D99B2D10DA66}" dt="2025-09-08T20:23:46.906" v="5" actId="20577"/>
        <pc:sldMkLst>
          <pc:docMk/>
          <pc:sldMk cId="1181528339" sldId="258"/>
        </pc:sldMkLst>
        <pc:spChg chg="mod">
          <ac:chgData name="Alma Rosa Ledezma Espino" userId="S::cecati22.vinc@dgcft.sems.gob.mx::93e26123-aa93-4223-af7e-d9f981016a29" providerId="AD" clId="Web-{CE2C4B9E-3FC9-F490-A876-D99B2D10DA66}" dt="2025-09-08T20:23:46.906" v="5" actId="20577"/>
          <ac:spMkLst>
            <pc:docMk/>
            <pc:sldMk cId="1181528339" sldId="258"/>
            <ac:spMk id="7" creationId="{625461F5-492D-4344-BB03-839041DEBFEB}"/>
          </ac:spMkLst>
        </pc:spChg>
      </pc:sldChg>
    </pc:docChg>
  </pc:docChgLst>
  <pc:docChgLst>
    <pc:chgData name="Verónica Concepción Leyva López" userId="S::cecati68.vinc@dgcft.sems.gob.mx::7f75cead-027a-4e74-863b-92e188c1d724" providerId="AD" clId="Web-{EB88D308-F30A-C496-2F83-B37597808F39}"/>
    <pc:docChg chg="modSld">
      <pc:chgData name="Verónica Concepción Leyva López" userId="S::cecati68.vinc@dgcft.sems.gob.mx::7f75cead-027a-4e74-863b-92e188c1d724" providerId="AD" clId="Web-{EB88D308-F30A-C496-2F83-B37597808F39}" dt="2025-02-12T17:58:23.324" v="0"/>
      <pc:docMkLst>
        <pc:docMk/>
      </pc:docMkLst>
      <pc:sldChg chg="delSp">
        <pc:chgData name="Verónica Concepción Leyva López" userId="S::cecati68.vinc@dgcft.sems.gob.mx::7f75cead-027a-4e74-863b-92e188c1d724" providerId="AD" clId="Web-{EB88D308-F30A-C496-2F83-B37597808F39}" dt="2025-02-12T17:58:23.324" v="0"/>
        <pc:sldMkLst>
          <pc:docMk/>
          <pc:sldMk cId="853013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/>
                <a:ea typeface="Noto Sans"/>
                <a:cs typeface="Noto Sans"/>
              </a:rPr>
              <a:t>CECATI  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/>
                <a:ea typeface="Noto Sans"/>
                <a:cs typeface="Noto Sans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/>
              <a:ea typeface="Noto Sans"/>
              <a:cs typeface="Noto San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1347F4B1-C986-48EC-87C8-F19F911BA6DB}"/>
              </a:ext>
            </a:extLst>
          </p:cNvPr>
          <p:cNvSpPr txBox="1"/>
          <p:nvPr/>
        </p:nvSpPr>
        <p:spPr>
          <a:xfrm>
            <a:off x="2725637" y="1213960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825764" y="2364737"/>
            <a:ext cx="211441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INFORMÁTICA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70088" y="3409583"/>
            <a:ext cx="227022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Martes a Jueves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70088" y="3814509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12:00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xmlns="" id="{E9487D1D-4565-4FFE-8E86-A6F5CEDCBFCC}"/>
              </a:ext>
            </a:extLst>
          </p:cNvPr>
          <p:cNvSpPr txBox="1"/>
          <p:nvPr/>
        </p:nvSpPr>
        <p:spPr>
          <a:xfrm>
            <a:off x="48136" y="5141500"/>
            <a:ext cx="3915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bg1"/>
                </a:solidFill>
              </a:rPr>
              <a:t>Aprende a manejar las herramientas digitales que hoy mueven al mundo. Desde lo básico hasta aplicaciones avanzadas, estos cursos están diseñados para que desarrolles habilidades prácticas y útiles tanto en tu vida diaria como en tu futuro profesional.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528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4ECDE6-08D3-4C08-A56A-23F997990CED}">
  <ds:schemaRefs>
    <ds:schemaRef ds:uri="http://schemas.microsoft.com/office/2006/metadata/properties"/>
    <ds:schemaRef ds:uri="http://schemas.microsoft.com/office/infopath/2007/PartnerControls"/>
    <ds:schemaRef ds:uri="3e5e1032-0b0c-4356-9e69-304b38f5d91e"/>
    <ds:schemaRef ds:uri="2745a1bf-f2d5-49b7-815d-547e5fab7e94"/>
  </ds:schemaRefs>
</ds:datastoreItem>
</file>

<file path=customXml/itemProps2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5A805F-92A6-4CED-B311-2C52BEA75C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</TotalTime>
  <Words>55</Words>
  <Application>Microsoft Office PowerPoint</Application>
  <PresentationFormat>Personalizado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150</cp:revision>
  <dcterms:created xsi:type="dcterms:W3CDTF">2022-01-27T19:40:13Z</dcterms:created>
  <dcterms:modified xsi:type="dcterms:W3CDTF">2026-01-14T20:35:03Z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