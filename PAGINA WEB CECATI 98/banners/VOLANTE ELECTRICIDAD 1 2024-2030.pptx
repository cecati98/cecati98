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6" r:id="rId5"/>
  </p:sldIdLst>
  <p:sldSz cx="5040313" cy="7559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C20B93-A774-7868-D578-096DF0D4B384}" v="6" dt="2025-09-04T17:32:39.7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91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21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lio César Villafán Morales" userId="S::imagen1.svaa.dt@dgcft.sems.gob.mx::23478f52-a78c-4645-add4-44475e62fd62" providerId="AD" clId="Web-{9AC20B93-A774-7868-D578-096DF0D4B384}"/>
    <pc:docChg chg="modSld">
      <pc:chgData name="Julio César Villafán Morales" userId="S::imagen1.svaa.dt@dgcft.sems.gob.mx::23478f52-a78c-4645-add4-44475e62fd62" providerId="AD" clId="Web-{9AC20B93-A774-7868-D578-096DF0D4B384}" dt="2025-09-04T17:32:39.713" v="5"/>
      <pc:docMkLst>
        <pc:docMk/>
      </pc:docMkLst>
      <pc:sldChg chg="addSp delSp">
        <pc:chgData name="Julio César Villafán Morales" userId="S::imagen1.svaa.dt@dgcft.sems.gob.mx::23478f52-a78c-4645-add4-44475e62fd62" providerId="AD" clId="Web-{9AC20B93-A774-7868-D578-096DF0D4B384}" dt="2025-09-04T17:32:39.713" v="5"/>
        <pc:sldMkLst>
          <pc:docMk/>
          <pc:sldMk cId="85301370" sldId="256"/>
        </pc:sldMkLst>
        <pc:spChg chg="del">
          <ac:chgData name="Julio César Villafán Morales" userId="S::imagen1.svaa.dt@dgcft.sems.gob.mx::23478f52-a78c-4645-add4-44475e62fd62" providerId="AD" clId="Web-{9AC20B93-A774-7868-D578-096DF0D4B384}" dt="2025-09-04T17:32:38.073" v="1"/>
          <ac:spMkLst>
            <pc:docMk/>
            <pc:sldMk cId="85301370" sldId="256"/>
            <ac:spMk id="2" creationId="{AF480005-700F-1F6B-891E-899892F9C1BE}"/>
          </ac:spMkLst>
        </pc:spChg>
        <pc:spChg chg="del">
          <ac:chgData name="Julio César Villafán Morales" userId="S::imagen1.svaa.dt@dgcft.sems.gob.mx::23478f52-a78c-4645-add4-44475e62fd62" providerId="AD" clId="Web-{9AC20B93-A774-7868-D578-096DF0D4B384}" dt="2025-09-04T17:32:38.057" v="0"/>
          <ac:spMkLst>
            <pc:docMk/>
            <pc:sldMk cId="85301370" sldId="256"/>
            <ac:spMk id="3" creationId="{3CA6AE14-BBD5-287D-6C71-13AD1E402343}"/>
          </ac:spMkLst>
        </pc:spChg>
        <pc:spChg chg="add">
          <ac:chgData name="Julio César Villafán Morales" userId="S::imagen1.svaa.dt@dgcft.sems.gob.mx::23478f52-a78c-4645-add4-44475e62fd62" providerId="AD" clId="Web-{9AC20B93-A774-7868-D578-096DF0D4B384}" dt="2025-09-04T17:32:39.713" v="5"/>
          <ac:spMkLst>
            <pc:docMk/>
            <pc:sldMk cId="85301370" sldId="256"/>
            <ac:spMk id="4" creationId="{1347F4B1-C986-48EC-87C8-F19F911BA6DB}"/>
          </ac:spMkLst>
        </pc:spChg>
        <pc:spChg chg="del">
          <ac:chgData name="Julio César Villafán Morales" userId="S::imagen1.svaa.dt@dgcft.sems.gob.mx::23478f52-a78c-4645-add4-44475e62fd62" providerId="AD" clId="Web-{9AC20B93-A774-7868-D578-096DF0D4B384}" dt="2025-09-04T17:32:38.073" v="4"/>
          <ac:spMkLst>
            <pc:docMk/>
            <pc:sldMk cId="85301370" sldId="256"/>
            <ac:spMk id="5" creationId="{1347F4B1-C986-48EC-87C8-F19F911BA6DB}"/>
          </ac:spMkLst>
        </pc:spChg>
        <pc:spChg chg="add">
          <ac:chgData name="Julio César Villafán Morales" userId="S::imagen1.svaa.dt@dgcft.sems.gob.mx::23478f52-a78c-4645-add4-44475e62fd62" providerId="AD" clId="Web-{9AC20B93-A774-7868-D578-096DF0D4B384}" dt="2025-09-04T17:32:39.713" v="5"/>
          <ac:spMkLst>
            <pc:docMk/>
            <pc:sldMk cId="85301370" sldId="256"/>
            <ac:spMk id="6" creationId="{625461F5-492D-4344-BB03-839041DEBFEB}"/>
          </ac:spMkLst>
        </pc:spChg>
        <pc:spChg chg="del">
          <ac:chgData name="Julio César Villafán Morales" userId="S::imagen1.svaa.dt@dgcft.sems.gob.mx::23478f52-a78c-4645-add4-44475e62fd62" providerId="AD" clId="Web-{9AC20B93-A774-7868-D578-096DF0D4B384}" dt="2025-09-04T17:32:38.073" v="3"/>
          <ac:spMkLst>
            <pc:docMk/>
            <pc:sldMk cId="85301370" sldId="256"/>
            <ac:spMk id="7" creationId="{625461F5-492D-4344-BB03-839041DEBFEB}"/>
          </ac:spMkLst>
        </pc:spChg>
        <pc:spChg chg="add">
          <ac:chgData name="Julio César Villafán Morales" userId="S::imagen1.svaa.dt@dgcft.sems.gob.mx::23478f52-a78c-4645-add4-44475e62fd62" providerId="AD" clId="Web-{9AC20B93-A774-7868-D578-096DF0D4B384}" dt="2025-09-04T17:32:39.713" v="5"/>
          <ac:spMkLst>
            <pc:docMk/>
            <pc:sldMk cId="85301370" sldId="256"/>
            <ac:spMk id="8" creationId="{E9487D1D-4565-4FFE-8E86-A6F5CEDCBFCC}"/>
          </ac:spMkLst>
        </pc:spChg>
        <pc:spChg chg="add">
          <ac:chgData name="Julio César Villafán Morales" userId="S::imagen1.svaa.dt@dgcft.sems.gob.mx::23478f52-a78c-4645-add4-44475e62fd62" providerId="AD" clId="Web-{9AC20B93-A774-7868-D578-096DF0D4B384}" dt="2025-09-04T17:32:39.713" v="5"/>
          <ac:spMkLst>
            <pc:docMk/>
            <pc:sldMk cId="85301370" sldId="256"/>
            <ac:spMk id="9" creationId="{0BFD0D4C-AEB8-42D9-9F8E-BA94EAF86A5D}"/>
          </ac:spMkLst>
        </pc:spChg>
        <pc:spChg chg="del">
          <ac:chgData name="Julio César Villafán Morales" userId="S::imagen1.svaa.dt@dgcft.sems.gob.mx::23478f52-a78c-4645-add4-44475e62fd62" providerId="AD" clId="Web-{9AC20B93-A774-7868-D578-096DF0D4B384}" dt="2025-09-04T17:32:38.073" v="2"/>
          <ac:spMkLst>
            <pc:docMk/>
            <pc:sldMk cId="85301370" sldId="256"/>
            <ac:spMk id="10" creationId="{0BFD0D4C-AEB8-42D9-9F8E-BA94EAF86A5D}"/>
          </ac:spMkLst>
        </pc:spChg>
        <pc:spChg chg="add">
          <ac:chgData name="Julio César Villafán Morales" userId="S::imagen1.svaa.dt@dgcft.sems.gob.mx::23478f52-a78c-4645-add4-44475e62fd62" providerId="AD" clId="Web-{9AC20B93-A774-7868-D578-096DF0D4B384}" dt="2025-09-04T17:32:39.713" v="5"/>
          <ac:spMkLst>
            <pc:docMk/>
            <pc:sldMk cId="85301370" sldId="256"/>
            <ac:spMk id="11" creationId="{AF480005-700F-1F6B-891E-899892F9C1BE}"/>
          </ac:spMkLst>
        </pc:spChg>
        <pc:spChg chg="add">
          <ac:chgData name="Julio César Villafán Morales" userId="S::imagen1.svaa.dt@dgcft.sems.gob.mx::23478f52-a78c-4645-add4-44475e62fd62" providerId="AD" clId="Web-{9AC20B93-A774-7868-D578-096DF0D4B384}" dt="2025-09-04T17:32:39.713" v="5"/>
          <ac:spMkLst>
            <pc:docMk/>
            <pc:sldMk cId="85301370" sldId="256"/>
            <ac:spMk id="12" creationId="{3CA6AE14-BBD5-287D-6C71-13AD1E402343}"/>
          </ac:spMkLst>
        </pc:spChg>
      </pc:sldChg>
    </pc:docChg>
  </pc:docChgLst>
  <pc:docChgLst>
    <pc:chgData name="Héctor Hugo Alvarado Ortíz" userId="S::cecati20.vinc@dgcft.sems.gob.mx::d12b5528-65e8-48d6-bb4b-a93bbd90e984" providerId="AD" clId="Web-{3BC54D5D-B163-88A2-E1B9-37C32A231BFB}"/>
    <pc:docChg chg="delSld modSld">
      <pc:chgData name="Héctor Hugo Alvarado Ortíz" userId="S::cecati20.vinc@dgcft.sems.gob.mx::d12b5528-65e8-48d6-bb4b-a93bbd90e984" providerId="AD" clId="Web-{3BC54D5D-B163-88A2-E1B9-37C32A231BFB}" dt="2025-07-18T21:03:22.465" v="136" actId="1076"/>
      <pc:docMkLst>
        <pc:docMk/>
      </pc:docMkLst>
      <pc:sldChg chg="delSp modSp">
        <pc:chgData name="Héctor Hugo Alvarado Ortíz" userId="S::cecati20.vinc@dgcft.sems.gob.mx::d12b5528-65e8-48d6-bb4b-a93bbd90e984" providerId="AD" clId="Web-{3BC54D5D-B163-88A2-E1B9-37C32A231BFB}" dt="2025-07-18T21:03:22.465" v="136" actId="1076"/>
        <pc:sldMkLst>
          <pc:docMk/>
          <pc:sldMk cId="85301370" sldId="256"/>
        </pc:sldMkLst>
      </pc:sldChg>
      <pc:sldChg chg="del">
        <pc:chgData name="Héctor Hugo Alvarado Ortíz" userId="S::cecati20.vinc@dgcft.sems.gob.mx::d12b5528-65e8-48d6-bb4b-a93bbd90e984" providerId="AD" clId="Web-{3BC54D5D-B163-88A2-E1B9-37C32A231BFB}" dt="2025-07-18T20:51:27.689" v="0"/>
        <pc:sldMkLst>
          <pc:docMk/>
          <pc:sldMk cId="1759586606" sldId="257"/>
        </pc:sldMkLst>
      </pc:sldChg>
    </pc:docChg>
  </pc:docChgLst>
  <pc:docChgLst>
    <pc:chgData name="Lic. Hortencia Rojas Rodríguez" userId="S::cecati196.vinc@dgcft.sems.gob.mx::e322e2fd-94a7-4aee-b4f3-166fd8d42dcc" providerId="AD" clId="Web-{14F3F5E7-1FD2-2D21-36AD-C6D5A5579AA8}"/>
    <pc:docChg chg="modSld">
      <pc:chgData name="Lic. Hortencia Rojas Rodríguez" userId="S::cecati196.vinc@dgcft.sems.gob.mx::e322e2fd-94a7-4aee-b4f3-166fd8d42dcc" providerId="AD" clId="Web-{14F3F5E7-1FD2-2D21-36AD-C6D5A5579AA8}" dt="2025-02-24T19:44:43.790" v="6" actId="20577"/>
      <pc:docMkLst>
        <pc:docMk/>
      </pc:docMkLst>
      <pc:sldChg chg="modSp">
        <pc:chgData name="Lic. Hortencia Rojas Rodríguez" userId="S::cecati196.vinc@dgcft.sems.gob.mx::e322e2fd-94a7-4aee-b4f3-166fd8d42dcc" providerId="AD" clId="Web-{14F3F5E7-1FD2-2D21-36AD-C6D5A5579AA8}" dt="2025-02-24T19:44:43.790" v="6" actId="20577"/>
        <pc:sldMkLst>
          <pc:docMk/>
          <pc:sldMk cId="85301370" sldId="25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8024" y="1237197"/>
            <a:ext cx="4284266" cy="2631887"/>
          </a:xfrm>
        </p:spPr>
        <p:txBody>
          <a:bodyPr anchor="b"/>
          <a:lstStyle>
            <a:lvl1pPr algn="ctr">
              <a:defRPr sz="3307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0039" y="3970580"/>
            <a:ext cx="3780235" cy="1825171"/>
          </a:xfrm>
        </p:spPr>
        <p:txBody>
          <a:bodyPr/>
          <a:lstStyle>
            <a:lvl1pPr marL="0" indent="0" algn="ctr">
              <a:buNone/>
              <a:defRPr sz="1323"/>
            </a:lvl1pPr>
            <a:lvl2pPr marL="252009" indent="0" algn="ctr">
              <a:buNone/>
              <a:defRPr sz="1102"/>
            </a:lvl2pPr>
            <a:lvl3pPr marL="504017" indent="0" algn="ctr">
              <a:buNone/>
              <a:defRPr sz="992"/>
            </a:lvl3pPr>
            <a:lvl4pPr marL="756026" indent="0" algn="ctr">
              <a:buNone/>
              <a:defRPr sz="882"/>
            </a:lvl4pPr>
            <a:lvl5pPr marL="1008035" indent="0" algn="ctr">
              <a:buNone/>
              <a:defRPr sz="882"/>
            </a:lvl5pPr>
            <a:lvl6pPr marL="1260043" indent="0" algn="ctr">
              <a:buNone/>
              <a:defRPr sz="882"/>
            </a:lvl6pPr>
            <a:lvl7pPr marL="1512052" indent="0" algn="ctr">
              <a:buNone/>
              <a:defRPr sz="882"/>
            </a:lvl7pPr>
            <a:lvl8pPr marL="1764060" indent="0" algn="ctr">
              <a:buNone/>
              <a:defRPr sz="882"/>
            </a:lvl8pPr>
            <a:lvl9pPr marL="2016069" indent="0" algn="ctr">
              <a:buNone/>
              <a:defRPr sz="882"/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800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551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897" y="1884671"/>
            <a:ext cx="4347270" cy="3144614"/>
          </a:xfrm>
        </p:spPr>
        <p:txBody>
          <a:bodyPr anchor="b"/>
          <a:lstStyle>
            <a:lvl1pPr>
              <a:defRPr sz="3307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3897" y="5059035"/>
            <a:ext cx="4347270" cy="1653678"/>
          </a:xfrm>
        </p:spPr>
        <p:txBody>
          <a:bodyPr/>
          <a:lstStyle>
            <a:lvl1pPr marL="0" indent="0">
              <a:buNone/>
              <a:defRPr sz="1323">
                <a:solidFill>
                  <a:schemeClr val="tx1"/>
                </a:solidFill>
              </a:defRPr>
            </a:lvl1pPr>
            <a:lvl2pPr marL="252009" indent="0">
              <a:buNone/>
              <a:defRPr sz="1102">
                <a:solidFill>
                  <a:schemeClr val="tx1">
                    <a:tint val="75000"/>
                  </a:schemeClr>
                </a:solidFill>
              </a:defRPr>
            </a:lvl2pPr>
            <a:lvl3pPr marL="504017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3pPr>
            <a:lvl4pPr marL="756026" indent="0">
              <a:buNone/>
              <a:defRPr sz="882">
                <a:solidFill>
                  <a:schemeClr val="tx1">
                    <a:tint val="75000"/>
                  </a:schemeClr>
                </a:solidFill>
              </a:defRPr>
            </a:lvl4pPr>
            <a:lvl5pPr marL="1008035" indent="0">
              <a:buNone/>
              <a:defRPr sz="882">
                <a:solidFill>
                  <a:schemeClr val="tx1">
                    <a:tint val="75000"/>
                  </a:schemeClr>
                </a:solidFill>
              </a:defRPr>
            </a:lvl5pPr>
            <a:lvl6pPr marL="1260043" indent="0">
              <a:buNone/>
              <a:defRPr sz="882">
                <a:solidFill>
                  <a:schemeClr val="tx1">
                    <a:tint val="75000"/>
                  </a:schemeClr>
                </a:solidFill>
              </a:defRPr>
            </a:lvl6pPr>
            <a:lvl7pPr marL="1512052" indent="0">
              <a:buNone/>
              <a:defRPr sz="882">
                <a:solidFill>
                  <a:schemeClr val="tx1">
                    <a:tint val="75000"/>
                  </a:schemeClr>
                </a:solidFill>
              </a:defRPr>
            </a:lvl7pPr>
            <a:lvl8pPr marL="1764060" indent="0">
              <a:buNone/>
              <a:defRPr sz="882">
                <a:solidFill>
                  <a:schemeClr val="tx1">
                    <a:tint val="75000"/>
                  </a:schemeClr>
                </a:solidFill>
              </a:defRPr>
            </a:lvl8pPr>
            <a:lvl9pPr marL="2016069" indent="0">
              <a:buNone/>
              <a:defRPr sz="88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091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6522" y="2012414"/>
            <a:ext cx="2142133" cy="4796544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51658" y="2012414"/>
            <a:ext cx="2142133" cy="4796544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110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78" y="402484"/>
            <a:ext cx="4347270" cy="1461188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7179" y="1853171"/>
            <a:ext cx="2132288" cy="908210"/>
          </a:xfrm>
        </p:spPr>
        <p:txBody>
          <a:bodyPr anchor="b"/>
          <a:lstStyle>
            <a:lvl1pPr marL="0" indent="0">
              <a:buNone/>
              <a:defRPr sz="1323" b="1"/>
            </a:lvl1pPr>
            <a:lvl2pPr marL="252009" indent="0">
              <a:buNone/>
              <a:defRPr sz="1102" b="1"/>
            </a:lvl2pPr>
            <a:lvl3pPr marL="504017" indent="0">
              <a:buNone/>
              <a:defRPr sz="992" b="1"/>
            </a:lvl3pPr>
            <a:lvl4pPr marL="756026" indent="0">
              <a:buNone/>
              <a:defRPr sz="882" b="1"/>
            </a:lvl4pPr>
            <a:lvl5pPr marL="1008035" indent="0">
              <a:buNone/>
              <a:defRPr sz="882" b="1"/>
            </a:lvl5pPr>
            <a:lvl6pPr marL="1260043" indent="0">
              <a:buNone/>
              <a:defRPr sz="882" b="1"/>
            </a:lvl6pPr>
            <a:lvl7pPr marL="1512052" indent="0">
              <a:buNone/>
              <a:defRPr sz="882" b="1"/>
            </a:lvl7pPr>
            <a:lvl8pPr marL="1764060" indent="0">
              <a:buNone/>
              <a:defRPr sz="882" b="1"/>
            </a:lvl8pPr>
            <a:lvl9pPr marL="2016069" indent="0">
              <a:buNone/>
              <a:defRPr sz="882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79" y="2761381"/>
            <a:ext cx="2132288" cy="4061576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51658" y="1853171"/>
            <a:ext cx="2142790" cy="908210"/>
          </a:xfrm>
        </p:spPr>
        <p:txBody>
          <a:bodyPr anchor="b"/>
          <a:lstStyle>
            <a:lvl1pPr marL="0" indent="0">
              <a:buNone/>
              <a:defRPr sz="1323" b="1"/>
            </a:lvl1pPr>
            <a:lvl2pPr marL="252009" indent="0">
              <a:buNone/>
              <a:defRPr sz="1102" b="1"/>
            </a:lvl2pPr>
            <a:lvl3pPr marL="504017" indent="0">
              <a:buNone/>
              <a:defRPr sz="992" b="1"/>
            </a:lvl3pPr>
            <a:lvl4pPr marL="756026" indent="0">
              <a:buNone/>
              <a:defRPr sz="882" b="1"/>
            </a:lvl4pPr>
            <a:lvl5pPr marL="1008035" indent="0">
              <a:buNone/>
              <a:defRPr sz="882" b="1"/>
            </a:lvl5pPr>
            <a:lvl6pPr marL="1260043" indent="0">
              <a:buNone/>
              <a:defRPr sz="882" b="1"/>
            </a:lvl6pPr>
            <a:lvl7pPr marL="1512052" indent="0">
              <a:buNone/>
              <a:defRPr sz="882" b="1"/>
            </a:lvl7pPr>
            <a:lvl8pPr marL="1764060" indent="0">
              <a:buNone/>
              <a:defRPr sz="882" b="1"/>
            </a:lvl8pPr>
            <a:lvl9pPr marL="2016069" indent="0">
              <a:buNone/>
              <a:defRPr sz="882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51658" y="2761381"/>
            <a:ext cx="2142790" cy="4061576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999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329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201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78" y="503978"/>
            <a:ext cx="1625632" cy="1763924"/>
          </a:xfrm>
        </p:spPr>
        <p:txBody>
          <a:bodyPr anchor="b"/>
          <a:lstStyle>
            <a:lvl1pPr>
              <a:defRPr sz="1764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790" y="1088455"/>
            <a:ext cx="2551658" cy="5372269"/>
          </a:xfrm>
        </p:spPr>
        <p:txBody>
          <a:bodyPr/>
          <a:lstStyle>
            <a:lvl1pPr>
              <a:defRPr sz="1764"/>
            </a:lvl1pPr>
            <a:lvl2pPr>
              <a:defRPr sz="1543"/>
            </a:lvl2pPr>
            <a:lvl3pPr>
              <a:defRPr sz="1323"/>
            </a:lvl3pPr>
            <a:lvl4pPr>
              <a:defRPr sz="1102"/>
            </a:lvl4pPr>
            <a:lvl5pPr>
              <a:defRPr sz="1102"/>
            </a:lvl5pPr>
            <a:lvl6pPr>
              <a:defRPr sz="1102"/>
            </a:lvl6pPr>
            <a:lvl7pPr>
              <a:defRPr sz="1102"/>
            </a:lvl7pPr>
            <a:lvl8pPr>
              <a:defRPr sz="1102"/>
            </a:lvl8pPr>
            <a:lvl9pPr>
              <a:defRPr sz="1102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7178" y="2267902"/>
            <a:ext cx="1625632" cy="4201570"/>
          </a:xfrm>
        </p:spPr>
        <p:txBody>
          <a:bodyPr/>
          <a:lstStyle>
            <a:lvl1pPr marL="0" indent="0">
              <a:buNone/>
              <a:defRPr sz="882"/>
            </a:lvl1pPr>
            <a:lvl2pPr marL="252009" indent="0">
              <a:buNone/>
              <a:defRPr sz="772"/>
            </a:lvl2pPr>
            <a:lvl3pPr marL="504017" indent="0">
              <a:buNone/>
              <a:defRPr sz="661"/>
            </a:lvl3pPr>
            <a:lvl4pPr marL="756026" indent="0">
              <a:buNone/>
              <a:defRPr sz="551"/>
            </a:lvl4pPr>
            <a:lvl5pPr marL="1008035" indent="0">
              <a:buNone/>
              <a:defRPr sz="551"/>
            </a:lvl5pPr>
            <a:lvl6pPr marL="1260043" indent="0">
              <a:buNone/>
              <a:defRPr sz="551"/>
            </a:lvl6pPr>
            <a:lvl7pPr marL="1512052" indent="0">
              <a:buNone/>
              <a:defRPr sz="551"/>
            </a:lvl7pPr>
            <a:lvl8pPr marL="1764060" indent="0">
              <a:buNone/>
              <a:defRPr sz="551"/>
            </a:lvl8pPr>
            <a:lvl9pPr marL="2016069" indent="0">
              <a:buNone/>
              <a:defRPr sz="55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96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78" y="503978"/>
            <a:ext cx="1625632" cy="1763924"/>
          </a:xfrm>
        </p:spPr>
        <p:txBody>
          <a:bodyPr anchor="b"/>
          <a:lstStyle>
            <a:lvl1pPr>
              <a:defRPr sz="1764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42790" y="1088455"/>
            <a:ext cx="2551658" cy="5372269"/>
          </a:xfrm>
        </p:spPr>
        <p:txBody>
          <a:bodyPr anchor="t"/>
          <a:lstStyle>
            <a:lvl1pPr marL="0" indent="0">
              <a:buNone/>
              <a:defRPr sz="1764"/>
            </a:lvl1pPr>
            <a:lvl2pPr marL="252009" indent="0">
              <a:buNone/>
              <a:defRPr sz="1543"/>
            </a:lvl2pPr>
            <a:lvl3pPr marL="504017" indent="0">
              <a:buNone/>
              <a:defRPr sz="1323"/>
            </a:lvl3pPr>
            <a:lvl4pPr marL="756026" indent="0">
              <a:buNone/>
              <a:defRPr sz="1102"/>
            </a:lvl4pPr>
            <a:lvl5pPr marL="1008035" indent="0">
              <a:buNone/>
              <a:defRPr sz="1102"/>
            </a:lvl5pPr>
            <a:lvl6pPr marL="1260043" indent="0">
              <a:buNone/>
              <a:defRPr sz="1102"/>
            </a:lvl6pPr>
            <a:lvl7pPr marL="1512052" indent="0">
              <a:buNone/>
              <a:defRPr sz="1102"/>
            </a:lvl7pPr>
            <a:lvl8pPr marL="1764060" indent="0">
              <a:buNone/>
              <a:defRPr sz="1102"/>
            </a:lvl8pPr>
            <a:lvl9pPr marL="2016069" indent="0">
              <a:buNone/>
              <a:defRPr sz="1102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7178" y="2267902"/>
            <a:ext cx="1625632" cy="4201570"/>
          </a:xfrm>
        </p:spPr>
        <p:txBody>
          <a:bodyPr/>
          <a:lstStyle>
            <a:lvl1pPr marL="0" indent="0">
              <a:buNone/>
              <a:defRPr sz="882"/>
            </a:lvl1pPr>
            <a:lvl2pPr marL="252009" indent="0">
              <a:buNone/>
              <a:defRPr sz="772"/>
            </a:lvl2pPr>
            <a:lvl3pPr marL="504017" indent="0">
              <a:buNone/>
              <a:defRPr sz="661"/>
            </a:lvl3pPr>
            <a:lvl4pPr marL="756026" indent="0">
              <a:buNone/>
              <a:defRPr sz="551"/>
            </a:lvl4pPr>
            <a:lvl5pPr marL="1008035" indent="0">
              <a:buNone/>
              <a:defRPr sz="551"/>
            </a:lvl5pPr>
            <a:lvl6pPr marL="1260043" indent="0">
              <a:buNone/>
              <a:defRPr sz="551"/>
            </a:lvl6pPr>
            <a:lvl7pPr marL="1512052" indent="0">
              <a:buNone/>
              <a:defRPr sz="551"/>
            </a:lvl7pPr>
            <a:lvl8pPr marL="1764060" indent="0">
              <a:buNone/>
              <a:defRPr sz="551"/>
            </a:lvl8pPr>
            <a:lvl9pPr marL="2016069" indent="0">
              <a:buNone/>
              <a:defRPr sz="55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838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029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06975" y="402483"/>
            <a:ext cx="1086817" cy="640647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6522" y="402483"/>
            <a:ext cx="3197449" cy="6406475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465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6522" y="402484"/>
            <a:ext cx="4347270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522" y="2012414"/>
            <a:ext cx="4347270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6522" y="7006700"/>
            <a:ext cx="1134070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6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69604" y="7006700"/>
            <a:ext cx="1701106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6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59721" y="7006700"/>
            <a:ext cx="1134070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6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867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504017" rtl="0" eaLnBrk="1" latinLnBrk="0" hangingPunct="1">
        <a:lnSpc>
          <a:spcPct val="90000"/>
        </a:lnSpc>
        <a:spcBef>
          <a:spcPct val="0"/>
        </a:spcBef>
        <a:buNone/>
        <a:defRPr sz="242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6004" indent="-126004" algn="l" defTabSz="504017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543" kern="1200">
          <a:solidFill>
            <a:schemeClr val="tx1"/>
          </a:solidFill>
          <a:latin typeface="+mn-lt"/>
          <a:ea typeface="+mn-ea"/>
          <a:cs typeface="+mn-cs"/>
        </a:defRPr>
      </a:lvl1pPr>
      <a:lvl2pPr marL="378013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2pPr>
      <a:lvl3pPr marL="630022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1102" kern="1200">
          <a:solidFill>
            <a:schemeClr val="tx1"/>
          </a:solidFill>
          <a:latin typeface="+mn-lt"/>
          <a:ea typeface="+mn-ea"/>
          <a:cs typeface="+mn-cs"/>
        </a:defRPr>
      </a:lvl3pPr>
      <a:lvl4pPr marL="882030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4pPr>
      <a:lvl5pPr marL="1134039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5pPr>
      <a:lvl6pPr marL="1386048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6pPr>
      <a:lvl7pPr marL="1638056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7pPr>
      <a:lvl8pPr marL="1890065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8pPr>
      <a:lvl9pPr marL="2142073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1pPr>
      <a:lvl2pPr marL="252009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2pPr>
      <a:lvl3pPr marL="504017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3pPr>
      <a:lvl4pPr marL="756026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4pPr>
      <a:lvl5pPr marL="1008035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5pPr>
      <a:lvl6pPr marL="1260043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6pPr>
      <a:lvl7pPr marL="1512052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7pPr>
      <a:lvl8pPr marL="1764060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8pPr>
      <a:lvl9pPr marL="2016069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6">
            <a:extLst>
              <a:ext uri="{FF2B5EF4-FFF2-40B4-BE49-F238E27FC236}">
                <a16:creationId xmlns="" xmlns:a16="http://schemas.microsoft.com/office/drawing/2014/main" id="{625461F5-492D-4344-BB03-839041DEBFEB}"/>
              </a:ext>
            </a:extLst>
          </p:cNvPr>
          <p:cNvSpPr txBox="1"/>
          <p:nvPr/>
        </p:nvSpPr>
        <p:spPr>
          <a:xfrm>
            <a:off x="2067680" y="39328"/>
            <a:ext cx="3017084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CECATI </a:t>
            </a:r>
            <a:r>
              <a:rPr lang="es-MX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98</a:t>
            </a:r>
            <a:endParaRPr lang="es-MX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xmlns="" id="{1347F4B1-C986-48EC-87C8-F19F911BA6DB}"/>
              </a:ext>
            </a:extLst>
          </p:cNvPr>
          <p:cNvSpPr txBox="1"/>
          <p:nvPr/>
        </p:nvSpPr>
        <p:spPr>
          <a:xfrm>
            <a:off x="2695060" y="1210933"/>
            <a:ext cx="2314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b="1" dirty="0">
                <a:solidFill>
                  <a:srgbClr val="62131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Inscríbete en </a:t>
            </a:r>
            <a:r>
              <a:rPr lang="es-MX" sz="1200" b="1" dirty="0" smtClean="0">
                <a:solidFill>
                  <a:srgbClr val="62131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la siguiente especialidad:</a:t>
            </a:r>
            <a:endParaRPr lang="es-MX" sz="1200" b="1" dirty="0">
              <a:solidFill>
                <a:srgbClr val="62131F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xmlns="" id="{E9487D1D-4565-4FFE-8E86-A6F5CEDCBFCC}"/>
              </a:ext>
            </a:extLst>
          </p:cNvPr>
          <p:cNvSpPr txBox="1"/>
          <p:nvPr/>
        </p:nvSpPr>
        <p:spPr>
          <a:xfrm>
            <a:off x="39669" y="5113153"/>
            <a:ext cx="391559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400" b="1" dirty="0">
                <a:solidFill>
                  <a:schemeClr val="bg1"/>
                </a:solidFill>
              </a:rPr>
              <a:t>¿Quieres aprender a instalar, reparar y entender cómo funciona la corriente que mueve el mundo? </a:t>
            </a:r>
            <a:r>
              <a:rPr lang="es-ES" sz="1400" b="1" dirty="0" smtClean="0">
                <a:solidFill>
                  <a:schemeClr val="bg1"/>
                </a:solidFill>
              </a:rPr>
              <a:t>Estos cursos </a:t>
            </a:r>
            <a:r>
              <a:rPr lang="es-ES" sz="1400" b="1" dirty="0">
                <a:solidFill>
                  <a:schemeClr val="bg1"/>
                </a:solidFill>
              </a:rPr>
              <a:t>está </a:t>
            </a:r>
            <a:r>
              <a:rPr lang="es-ES" sz="1400" b="1" dirty="0" smtClean="0">
                <a:solidFill>
                  <a:schemeClr val="bg1"/>
                </a:solidFill>
              </a:rPr>
              <a:t>pensados </a:t>
            </a:r>
            <a:r>
              <a:rPr lang="es-ES" sz="1400" b="1" dirty="0">
                <a:solidFill>
                  <a:schemeClr val="bg1"/>
                </a:solidFill>
              </a:rPr>
              <a:t>para mentes dinámicas y creativas que quieren ir más allá de la teoría y adquirir habilidades prácticas y útiles para la vida diaria y el mundo laboral.</a:t>
            </a:r>
            <a:endParaRPr lang="es-MX" sz="14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79" r="11154" b="23677"/>
          <a:stretch/>
        </p:blipFill>
        <p:spPr>
          <a:xfrm>
            <a:off x="3980669" y="5673431"/>
            <a:ext cx="875972" cy="882402"/>
          </a:xfrm>
          <a:prstGeom prst="rect">
            <a:avLst/>
          </a:prstGeom>
        </p:spPr>
      </p:pic>
      <p:sp>
        <p:nvSpPr>
          <p:cNvPr id="16" name="CuadroTexto 26">
            <a:extLst>
              <a:ext uri="{FF2B5EF4-FFF2-40B4-BE49-F238E27FC236}">
                <a16:creationId xmlns:a16="http://schemas.microsoft.com/office/drawing/2014/main" xmlns="" id="{0BFD0D4C-AEB8-42D9-9F8E-BA94EAF86A5D}"/>
              </a:ext>
            </a:extLst>
          </p:cNvPr>
          <p:cNvSpPr txBox="1"/>
          <p:nvPr/>
        </p:nvSpPr>
        <p:spPr>
          <a:xfrm>
            <a:off x="2795187" y="2270892"/>
            <a:ext cx="2114419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000" b="1" dirty="0" smtClean="0">
                <a:solidFill>
                  <a:srgbClr val="62131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ELECTRICIDAD</a:t>
            </a:r>
            <a:endParaRPr lang="es-MX" sz="2000" b="1" dirty="0">
              <a:solidFill>
                <a:srgbClr val="62131F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7" name="CuadroTexto 26">
            <a:extLst>
              <a:ext uri="{FF2B5EF4-FFF2-40B4-BE49-F238E27FC236}">
                <a16:creationId xmlns:a16="http://schemas.microsoft.com/office/drawing/2014/main" xmlns="" id="{0BFD0D4C-AEB8-42D9-9F8E-BA94EAF86A5D}"/>
              </a:ext>
            </a:extLst>
          </p:cNvPr>
          <p:cNvSpPr txBox="1"/>
          <p:nvPr/>
        </p:nvSpPr>
        <p:spPr>
          <a:xfrm>
            <a:off x="2703525" y="3239332"/>
            <a:ext cx="2314676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000" b="1" dirty="0" smtClean="0">
                <a:solidFill>
                  <a:srgbClr val="62131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Sabatino</a:t>
            </a:r>
            <a:endParaRPr lang="es-MX" sz="2000" b="1" dirty="0">
              <a:solidFill>
                <a:srgbClr val="62131F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8" name="CuadroTexto 26">
            <a:extLst>
              <a:ext uri="{FF2B5EF4-FFF2-40B4-BE49-F238E27FC236}">
                <a16:creationId xmlns:a16="http://schemas.microsoft.com/office/drawing/2014/main" xmlns="" id="{0BFD0D4C-AEB8-42D9-9F8E-BA94EAF86A5D}"/>
              </a:ext>
            </a:extLst>
          </p:cNvPr>
          <p:cNvSpPr txBox="1"/>
          <p:nvPr/>
        </p:nvSpPr>
        <p:spPr>
          <a:xfrm>
            <a:off x="2725637" y="3538899"/>
            <a:ext cx="2314676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000" b="1" dirty="0" smtClean="0">
                <a:solidFill>
                  <a:srgbClr val="62131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8:00 a 13:00</a:t>
            </a:r>
            <a:endParaRPr lang="es-MX" sz="2000" b="1" dirty="0">
              <a:solidFill>
                <a:srgbClr val="62131F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9" name="CuadroTexto 26">
            <a:extLst>
              <a:ext uri="{FF2B5EF4-FFF2-40B4-BE49-F238E27FC236}">
                <a16:creationId xmlns:a16="http://schemas.microsoft.com/office/drawing/2014/main" xmlns="" id="{0BFD0D4C-AEB8-42D9-9F8E-BA94EAF86A5D}"/>
              </a:ext>
            </a:extLst>
          </p:cNvPr>
          <p:cNvSpPr txBox="1"/>
          <p:nvPr/>
        </p:nvSpPr>
        <p:spPr>
          <a:xfrm>
            <a:off x="2703525" y="3868466"/>
            <a:ext cx="2314676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600" b="1" dirty="0" smtClean="0">
                <a:solidFill>
                  <a:srgbClr val="62131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- 10 sábados -</a:t>
            </a:r>
            <a:endParaRPr lang="es-MX" sz="1600" b="1" dirty="0">
              <a:solidFill>
                <a:srgbClr val="62131F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30137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e5e1032-0b0c-4356-9e69-304b38f5d91e" xsi:nil="true"/>
    <lcf76f155ced4ddcb4097134ff3c332f xmlns="2745a1bf-f2d5-49b7-815d-547e5fab7e94">
      <Terms xmlns="http://schemas.microsoft.com/office/infopath/2007/PartnerControls"/>
    </lcf76f155ced4ddcb4097134ff3c332f>
    <CECATI70LZC xmlns="2745a1bf-f2d5-49b7-815d-547e5fab7e9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D5FDCE19158FD44A3F5435DF681522B" ma:contentTypeVersion="22" ma:contentTypeDescription="Crear nuevo documento." ma:contentTypeScope="" ma:versionID="ab4a66bc8f4ae06b73eee800d4ee1419">
  <xsd:schema xmlns:xsd="http://www.w3.org/2001/XMLSchema" xmlns:xs="http://www.w3.org/2001/XMLSchema" xmlns:p="http://schemas.microsoft.com/office/2006/metadata/properties" xmlns:ns2="2745a1bf-f2d5-49b7-815d-547e5fab7e94" xmlns:ns3="3e5e1032-0b0c-4356-9e69-304b38f5d91e" targetNamespace="http://schemas.microsoft.com/office/2006/metadata/properties" ma:root="true" ma:fieldsID="bdbb8d78900396c3a8c50b36e2b2139e" ns2:_="" ns3:_="">
    <xsd:import namespace="2745a1bf-f2d5-49b7-815d-547e5fab7e94"/>
    <xsd:import namespace="3e5e1032-0b0c-4356-9e69-304b38f5d91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ServiceSearchProperties" minOccurs="0"/>
                <xsd:element ref="ns2:CECATI70LZC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45a1bf-f2d5-49b7-815d-547e5fab7e9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hidden="true" ma:internalName="MediaServiceOCR" ma:readOnly="true">
      <xsd:simpleType>
        <xsd:restriction base="dms:Note"/>
      </xsd:simpleType>
    </xsd:element>
    <xsd:element name="lcf76f155ced4ddcb4097134ff3c332f" ma:index="18" nillable="true" ma:taxonomy="true" ma:internalName="lcf76f155ced4ddcb4097134ff3c332f" ma:taxonomyFieldName="MediaServiceImageTags" ma:displayName="Etiquetas de imagen" ma:readOnly="false" ma:fieldId="{5cf76f15-5ced-4ddc-b409-7134ff3c332f}" ma:taxonomyMulti="true" ma:sspId="04dd5c0c-8083-45f9-9849-47e71b37f7e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0" nillable="true" ma:displayName="Location" ma:hidden="true" ma:internalName="MediaServiceLocation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hidden="true" ma:internalName="MediaServiceKeyPoints" ma:readOnly="true">
      <xsd:simpleType>
        <xsd:restriction base="dms:Note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CECATI70LZC" ma:index="24" nillable="true" ma:displayName="CECATI70LZC" ma:format="Dropdown" ma:internalName="CECATI70LZC">
      <xsd:simpleType>
        <xsd:restriction base="dms:Text">
          <xsd:maxLength value="255"/>
        </xsd:restriction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5e1032-0b0c-4356-9e69-304b38f5d91e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do con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les de uso compartido" ma:hidden="true" ma:internalName="SharedWithDetails" ma:readOnly="true">
      <xsd:simpleType>
        <xsd:restriction base="dms:Note"/>
      </xsd:simpleType>
    </xsd:element>
    <xsd:element name="TaxCatchAll" ma:index="19" nillable="true" ma:displayName="Taxonomy Catch All Column" ma:hidden="true" ma:list="{5f69ec9b-07ba-4b3b-ada6-2e25e9b6c2eb}" ma:internalName="TaxCatchAll" ma:readOnly="false" ma:showField="CatchAllData" ma:web="3e5e1032-0b0c-4356-9e69-304b38f5d9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Tipo de contenido"/>
        <xsd:element ref="dc:title" minOccurs="0" maxOccurs="1" ma:index="1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F4ECDE6-08D3-4C08-A56A-23F997990CED}">
  <ds:schemaRefs>
    <ds:schemaRef ds:uri="http://schemas.microsoft.com/office/2006/metadata/properties"/>
    <ds:schemaRef ds:uri="http://schemas.microsoft.com/office/infopath/2007/PartnerControls"/>
    <ds:schemaRef ds:uri="3e5e1032-0b0c-4356-9e69-304b38f5d91e"/>
    <ds:schemaRef ds:uri="2745a1bf-f2d5-49b7-815d-547e5fab7e94"/>
  </ds:schemaRefs>
</ds:datastoreItem>
</file>

<file path=customXml/itemProps2.xml><?xml version="1.0" encoding="utf-8"?>
<ds:datastoreItem xmlns:ds="http://schemas.openxmlformats.org/officeDocument/2006/customXml" ds:itemID="{9D79C53E-20AC-467E-A89A-B86F01BD0AE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84EF2F6-D56D-4A87-B080-CC15AB1C587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745a1bf-f2d5-49b7-815d-547e5fab7e94"/>
    <ds:schemaRef ds:uri="3e5e1032-0b0c-4356-9e69-304b38f5d9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166</TotalTime>
  <Words>67</Words>
  <Application>Microsoft Office PowerPoint</Application>
  <PresentationFormat>Personalizado</PresentationFormat>
  <Paragraphs>7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Noto Sans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 de Windows</dc:creator>
  <cp:lastModifiedBy>DIRECCION CECATI 98</cp:lastModifiedBy>
  <cp:revision>169</cp:revision>
  <dcterms:created xsi:type="dcterms:W3CDTF">2022-01-27T19:40:13Z</dcterms:created>
  <dcterms:modified xsi:type="dcterms:W3CDTF">2026-01-14T20:45:11Z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0x010100ED5FDCE19158FD44A3F5435DF681522B</vt:lpwstr>
  </property>
  <property fmtid="{D5CDD505-2E9C-101B-9397-08002B2CF9AE}" pid="3" name="MediaServiceImageTags">
    <vt:lpwstr/>
  </property>
</Properties>
</file>