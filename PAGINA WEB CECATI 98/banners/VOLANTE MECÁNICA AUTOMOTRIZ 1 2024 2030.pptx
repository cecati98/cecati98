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50403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82446C-0E05-A724-67F6-D2AD12D980B4}" v="6" dt="2025-09-04T17:33:54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5E4A697-A00C-8643-6DC4-3EBB29B52595}"/>
    <pc:docChg chg="sldOrd">
      <pc:chgData name="" userId="" providerId="" clId="Web-{05E4A697-A00C-8643-6DC4-3EBB29B52595}" dt="2025-03-03T17:21:41.008" v="0"/>
      <pc:docMkLst>
        <pc:docMk/>
      </pc:docMkLst>
      <pc:sldChg chg="ord">
        <pc:chgData name="" userId="" providerId="" clId="Web-{05E4A697-A00C-8643-6DC4-3EBB29B52595}" dt="2025-03-03T17:21:41.008" v="0"/>
        <pc:sldMkLst>
          <pc:docMk/>
          <pc:sldMk cId="85301370" sldId="256"/>
        </pc:sldMkLst>
      </pc:sldChg>
    </pc:docChg>
  </pc:docChgLst>
  <pc:docChgLst>
    <pc:chgData clId="Web-{1B82446C-0E05-A724-67F6-D2AD12D980B4}"/>
    <pc:docChg chg="modSld">
      <pc:chgData name="" userId="" providerId="" clId="Web-{1B82446C-0E05-A724-67F6-D2AD12D980B4}" dt="2025-09-04T17:33:53.601" v="4"/>
      <pc:docMkLst>
        <pc:docMk/>
      </pc:docMkLst>
      <pc:sldChg chg="delSp">
        <pc:chgData name="" userId="" providerId="" clId="Web-{1B82446C-0E05-A724-67F6-D2AD12D980B4}" dt="2025-09-04T17:33:53.601" v="4"/>
        <pc:sldMkLst>
          <pc:docMk/>
          <pc:sldMk cId="85301370" sldId="256"/>
        </pc:sldMkLst>
        <pc:spChg chg="del">
          <ac:chgData name="" userId="" providerId="" clId="Web-{1B82446C-0E05-A724-67F6-D2AD12D980B4}" dt="2025-09-04T17:33:53.601" v="2"/>
          <ac:spMkLst>
            <pc:docMk/>
            <pc:sldMk cId="85301370" sldId="256"/>
            <ac:spMk id="2" creationId="{AF480005-700F-1F6B-891E-899892F9C1BE}"/>
          </ac:spMkLst>
        </pc:spChg>
        <pc:spChg chg="del">
          <ac:chgData name="" userId="" providerId="" clId="Web-{1B82446C-0E05-A724-67F6-D2AD12D980B4}" dt="2025-09-04T17:33:53.601" v="1"/>
          <ac:spMkLst>
            <pc:docMk/>
            <pc:sldMk cId="85301370" sldId="256"/>
            <ac:spMk id="3" creationId="{3CA6AE14-BBD5-287D-6C71-13AD1E402343}"/>
          </ac:spMkLst>
        </pc:spChg>
        <pc:spChg chg="del">
          <ac:chgData name="" userId="" providerId="" clId="Web-{1B82446C-0E05-A724-67F6-D2AD12D980B4}" dt="2025-09-04T17:33:53.601" v="4"/>
          <ac:spMkLst>
            <pc:docMk/>
            <pc:sldMk cId="85301370" sldId="256"/>
            <ac:spMk id="5" creationId="{1347F4B1-C986-48EC-87C8-F19F911BA6DB}"/>
          </ac:spMkLst>
        </pc:spChg>
        <pc:spChg chg="del">
          <ac:chgData name="" userId="" providerId="" clId="Web-{1B82446C-0E05-A724-67F6-D2AD12D980B4}" dt="2025-09-04T17:33:53.601" v="3"/>
          <ac:spMkLst>
            <pc:docMk/>
            <pc:sldMk cId="85301370" sldId="256"/>
            <ac:spMk id="7" creationId="{625461F5-492D-4344-BB03-839041DEBFEB}"/>
          </ac:spMkLst>
        </pc:spChg>
        <pc:graphicFrameChg chg="del">
          <ac:chgData name="" userId="" providerId="" clId="Web-{1B82446C-0E05-A724-67F6-D2AD12D980B4}" dt="2025-09-04T17:33:53.601" v="0"/>
          <ac:graphicFrameMkLst>
            <pc:docMk/>
            <pc:sldMk cId="85301370" sldId="256"/>
            <ac:graphicFrameMk id="6" creationId="{3F2B169C-714C-E65B-B5DB-E48A43A916AB}"/>
          </ac:graphicFrameMkLst>
        </pc:graphicFrameChg>
      </pc:sldChg>
    </pc:docChg>
  </pc:docChgLst>
  <pc:docChgLst>
    <pc:chgData name="Jesús Rangel García" userId="S::fototeca.svaa.dt@dgcft.sems.gob.mx::829a70d8-e704-401e-9ef1-eb8c74dfa7b3" providerId="AD" clId="Web-{C4F80C3B-E691-3EA3-CECE-0F30C22367F4}"/>
    <pc:docChg chg="addSld delSld">
      <pc:chgData name="Jesús Rangel García" userId="S::fototeca.svaa.dt@dgcft.sems.gob.mx::829a70d8-e704-401e-9ef1-eb8c74dfa7b3" providerId="AD" clId="Web-{C4F80C3B-E691-3EA3-CECE-0F30C22367F4}" dt="2025-02-10T19:09:56.788" v="1"/>
      <pc:docMkLst>
        <pc:docMk/>
      </pc:docMkLst>
      <pc:sldChg chg="new del">
        <pc:chgData name="Jesús Rangel García" userId="S::fototeca.svaa.dt@dgcft.sems.gob.mx::829a70d8-e704-401e-9ef1-eb8c74dfa7b3" providerId="AD" clId="Web-{C4F80C3B-E691-3EA3-CECE-0F30C22367F4}" dt="2025-02-10T19:09:56.788" v="1"/>
        <pc:sldMkLst>
          <pc:docMk/>
          <pc:sldMk cId="2491041287" sldId="258"/>
        </pc:sldMkLst>
      </pc:sldChg>
    </pc:docChg>
  </pc:docChgLst>
  <pc:docChgLst>
    <pc:chgData name="Julio César Villafán Morales" userId="S::imagen1.svaa.dt@dgcft.sems.gob.mx::23478f52-a78c-4645-add4-44475e62fd62" providerId="AD" clId="Web-{1B82446C-0E05-A724-67F6-D2AD12D980B4}"/>
    <pc:docChg chg="modSld">
      <pc:chgData name="Julio César Villafán Morales" userId="S::imagen1.svaa.dt@dgcft.sems.gob.mx::23478f52-a78c-4645-add4-44475e62fd62" providerId="AD" clId="Web-{1B82446C-0E05-A724-67F6-D2AD12D980B4}" dt="2025-09-04T17:33:54.851" v="0"/>
      <pc:docMkLst>
        <pc:docMk/>
      </pc:docMkLst>
      <pc:sldChg chg="addSp">
        <pc:chgData name="Julio César Villafán Morales" userId="S::imagen1.svaa.dt@dgcft.sems.gob.mx::23478f52-a78c-4645-add4-44475e62fd62" providerId="AD" clId="Web-{1B82446C-0E05-A724-67F6-D2AD12D980B4}" dt="2025-09-04T17:33:54.851" v="0"/>
        <pc:sldMkLst>
          <pc:docMk/>
          <pc:sldMk cId="85301370" sldId="256"/>
        </pc:sldMkLst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4" creationId="{1347F4B1-C986-48EC-87C8-F19F911BA6DB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8" creationId="{625461F5-492D-4344-BB03-839041DEBFEB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9" creationId="{E9487D1D-4565-4FFE-8E86-A6F5CEDCBFCC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10" creationId="{0BFD0D4C-AEB8-42D9-9F8E-BA94EAF86A5D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11" creationId="{AF480005-700F-1F6B-891E-899892F9C1BE}"/>
          </ac:spMkLst>
        </pc:spChg>
        <pc:spChg chg="add">
          <ac:chgData name="Julio César Villafán Morales" userId="S::imagen1.svaa.dt@dgcft.sems.gob.mx::23478f52-a78c-4645-add4-44475e62fd62" providerId="AD" clId="Web-{1B82446C-0E05-A724-67F6-D2AD12D980B4}" dt="2025-09-04T17:33:54.851" v="0"/>
          <ac:spMkLst>
            <pc:docMk/>
            <pc:sldMk cId="85301370" sldId="256"/>
            <ac:spMk id="12" creationId="{3CA6AE14-BBD5-287D-6C71-13AD1E402343}"/>
          </ac:spMkLst>
        </pc:spChg>
      </pc:sldChg>
    </pc:docChg>
  </pc:docChgLst>
  <pc:docChgLst>
    <pc:chgData name="Héctor Hugo Alvarado Ortíz" userId="S::cecati20.vinc@dgcft.sems.gob.mx::d12b5528-65e8-48d6-bb4b-a93bbd90e984" providerId="AD" clId="Web-{850C0833-1BD7-FEF9-BD63-445A4475240D}"/>
    <pc:docChg chg="delSld modSld">
      <pc:chgData name="Héctor Hugo Alvarado Ortíz" userId="S::cecati20.vinc@dgcft.sems.gob.mx::d12b5528-65e8-48d6-bb4b-a93bbd90e984" providerId="AD" clId="Web-{850C0833-1BD7-FEF9-BD63-445A4475240D}" dt="2025-07-18T20:06:03.155" v="126" actId="1076"/>
      <pc:docMkLst>
        <pc:docMk/>
      </pc:docMkLst>
      <pc:sldChg chg="addSp delSp modSp">
        <pc:chgData name="Héctor Hugo Alvarado Ortíz" userId="S::cecati20.vinc@dgcft.sems.gob.mx::d12b5528-65e8-48d6-bb4b-a93bbd90e984" providerId="AD" clId="Web-{850C0833-1BD7-FEF9-BD63-445A4475240D}" dt="2025-07-18T20:06:03.155" v="126" actId="1076"/>
        <pc:sldMkLst>
          <pc:docMk/>
          <pc:sldMk cId="85301370" sldId="256"/>
        </pc:sldMkLst>
      </pc:sldChg>
      <pc:sldChg chg="del">
        <pc:chgData name="Héctor Hugo Alvarado Ortíz" userId="S::cecati20.vinc@dgcft.sems.gob.mx::d12b5528-65e8-48d6-bb4b-a93bbd90e984" providerId="AD" clId="Web-{850C0833-1BD7-FEF9-BD63-445A4475240D}" dt="2025-07-18T19:00:45.861" v="0"/>
        <pc:sldMkLst>
          <pc:docMk/>
          <pc:sldMk cId="1759586606" sldId="257"/>
        </pc:sldMkLst>
      </pc:sldChg>
    </pc:docChg>
  </pc:docChgLst>
  <pc:docChgLst>
    <pc:chgData name="Francisco Javier Barajas Huerta" userId="S::cecati15.vinc@dgcft.sems.gob.mx::d001422e-2809-44db-9bc3-2afa03c9f898" providerId="AD" clId="Web-{05E4A697-A00C-8643-6DC4-3EBB29B52595}"/>
    <pc:docChg chg="sldOrd">
      <pc:chgData name="Francisco Javier Barajas Huerta" userId="S::cecati15.vinc@dgcft.sems.gob.mx::d001422e-2809-44db-9bc3-2afa03c9f898" providerId="AD" clId="Web-{05E4A697-A00C-8643-6DC4-3EBB29B52595}" dt="2025-03-03T17:21:43.399" v="0"/>
      <pc:docMkLst>
        <pc:docMk/>
      </pc:docMkLst>
      <pc:sldChg chg="ord">
        <pc:chgData name="Francisco Javier Barajas Huerta" userId="S::cecati15.vinc@dgcft.sems.gob.mx::d001422e-2809-44db-9bc3-2afa03c9f898" providerId="AD" clId="Web-{05E4A697-A00C-8643-6DC4-3EBB29B52595}" dt="2025-03-03T17:21:43.399" v="0"/>
        <pc:sldMkLst>
          <pc:docMk/>
          <pc:sldMk cId="853013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237197"/>
            <a:ext cx="4284266" cy="2631887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970580"/>
            <a:ext cx="3780235" cy="1825171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884671"/>
            <a:ext cx="4347270" cy="3144614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5059035"/>
            <a:ext cx="4347270" cy="165367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02484"/>
            <a:ext cx="4347270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853171"/>
            <a:ext cx="2132288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761381"/>
            <a:ext cx="2132288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853171"/>
            <a:ext cx="2142790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761381"/>
            <a:ext cx="2142790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88455"/>
            <a:ext cx="2551658" cy="537226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88455"/>
            <a:ext cx="2551658" cy="537226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402483"/>
            <a:ext cx="1086817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402483"/>
            <a:ext cx="3197449" cy="640647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402484"/>
            <a:ext cx="434727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2012414"/>
            <a:ext cx="434727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7006700"/>
            <a:ext cx="170110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6">
            <a:extLst>
              <a:ext uri="{FF2B5EF4-FFF2-40B4-BE49-F238E27FC236}">
                <a16:creationId xmlns:a16="http://schemas.microsoft.com/office/drawing/2014/main" xmlns="" id="{625461F5-492D-4344-BB03-839041DEBFEB}"/>
              </a:ext>
            </a:extLst>
          </p:cNvPr>
          <p:cNvSpPr txBox="1"/>
          <p:nvPr/>
        </p:nvSpPr>
        <p:spPr>
          <a:xfrm>
            <a:off x="2067680" y="39328"/>
            <a:ext cx="30170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CECATI </a:t>
            </a:r>
            <a:r>
              <a:rPr lang="es-MX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98</a:t>
            </a:r>
            <a:endParaRPr lang="es-MX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="" xmlns:a16="http://schemas.microsoft.com/office/drawing/2014/main" id="{1347F4B1-C986-48EC-87C8-F19F911BA6DB}"/>
              </a:ext>
            </a:extLst>
          </p:cNvPr>
          <p:cNvSpPr txBox="1"/>
          <p:nvPr/>
        </p:nvSpPr>
        <p:spPr>
          <a:xfrm>
            <a:off x="2725637" y="1213960"/>
            <a:ext cx="231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Inscríbete en </a:t>
            </a:r>
            <a:r>
              <a:rPr lang="es-MX" sz="12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siguiente especialidad:</a:t>
            </a:r>
            <a:endParaRPr lang="es-MX" sz="12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70088" y="1933193"/>
            <a:ext cx="221454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MANTENIMIENTO ELECTROMECÁNICO DEL AUTOMÓVIL</a:t>
            </a:r>
            <a:endParaRPr lang="es-MX" sz="16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9" r="11154" b="23677"/>
          <a:stretch/>
        </p:blipFill>
        <p:spPr>
          <a:xfrm>
            <a:off x="3980669" y="5673431"/>
            <a:ext cx="875972" cy="88240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="" xmlns:a16="http://schemas.microsoft.com/office/drawing/2014/main" id="{E9487D1D-4565-4FFE-8E86-A6F5CEDCBFCC}"/>
              </a:ext>
            </a:extLst>
          </p:cNvPr>
          <p:cNvSpPr txBox="1"/>
          <p:nvPr/>
        </p:nvSpPr>
        <p:spPr>
          <a:xfrm>
            <a:off x="56603" y="5170838"/>
            <a:ext cx="3915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bg1"/>
                </a:solidFill>
              </a:rPr>
              <a:t>Aprende a diagnosticar, reparar y mantener vehículos con técnicas modernas que combinan la mecánica tradicional </a:t>
            </a:r>
            <a:r>
              <a:rPr lang="es-ES" sz="1400" b="1" dirty="0" smtClean="0">
                <a:solidFill>
                  <a:schemeClr val="bg1"/>
                </a:solidFill>
              </a:rPr>
              <a:t>y </a:t>
            </a:r>
            <a:r>
              <a:rPr lang="es-ES" sz="1400" b="1" dirty="0">
                <a:solidFill>
                  <a:schemeClr val="bg1"/>
                </a:solidFill>
              </a:rPr>
              <a:t>eléctrica. </a:t>
            </a:r>
            <a:r>
              <a:rPr lang="es-ES" sz="1400" b="1" dirty="0" smtClean="0">
                <a:solidFill>
                  <a:schemeClr val="bg1"/>
                </a:solidFill>
              </a:rPr>
              <a:t>Estos cursos </a:t>
            </a:r>
            <a:r>
              <a:rPr lang="es-ES" sz="1400" b="1" dirty="0">
                <a:solidFill>
                  <a:schemeClr val="bg1"/>
                </a:solidFill>
              </a:rPr>
              <a:t>está </a:t>
            </a:r>
            <a:r>
              <a:rPr lang="es-ES" sz="1400" b="1" dirty="0" smtClean="0">
                <a:solidFill>
                  <a:schemeClr val="bg1"/>
                </a:solidFill>
              </a:rPr>
              <a:t>diseñados </a:t>
            </a:r>
            <a:r>
              <a:rPr lang="es-ES" sz="1400" b="1" dirty="0">
                <a:solidFill>
                  <a:schemeClr val="bg1"/>
                </a:solidFill>
              </a:rPr>
              <a:t>para quienes quieren adquirir habilidades prácticas y entrar con fuerza al mundo </a:t>
            </a:r>
            <a:r>
              <a:rPr lang="es-ES" sz="1400" b="1" dirty="0" smtClean="0">
                <a:solidFill>
                  <a:schemeClr val="bg1"/>
                </a:solidFill>
              </a:rPr>
              <a:t>laboral automotriz</a:t>
            </a:r>
            <a:endParaRPr lang="es-MX" sz="14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70088" y="3087840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Lunes a Viernes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70088" y="3365771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</a:t>
            </a:r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12:00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39693" y="3908478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Sabatino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70088" y="4175681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13:00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36220" y="4463411"/>
            <a:ext cx="231467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- 10 sábados -</a:t>
            </a:r>
            <a:endParaRPr lang="es-MX" sz="14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1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5FDCE19158FD44A3F5435DF681522B" ma:contentTypeVersion="22" ma:contentTypeDescription="Crear nuevo documento." ma:contentTypeScope="" ma:versionID="ab4a66bc8f4ae06b73eee800d4ee1419">
  <xsd:schema xmlns:xsd="http://www.w3.org/2001/XMLSchema" xmlns:xs="http://www.w3.org/2001/XMLSchema" xmlns:p="http://schemas.microsoft.com/office/2006/metadata/properties" xmlns:ns2="2745a1bf-f2d5-49b7-815d-547e5fab7e94" xmlns:ns3="3e5e1032-0b0c-4356-9e69-304b38f5d91e" targetNamespace="http://schemas.microsoft.com/office/2006/metadata/properties" ma:root="true" ma:fieldsID="bdbb8d78900396c3a8c50b36e2b2139e" ns2:_="" ns3:_="">
    <xsd:import namespace="2745a1bf-f2d5-49b7-815d-547e5fab7e94"/>
    <xsd:import namespace="3e5e1032-0b0c-4356-9e69-304b38f5d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CECATI70LZC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5a1bf-f2d5-49b7-815d-547e5fab7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04dd5c0c-8083-45f9-9849-47e71b37f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hidden="true" ma:internalName="MediaServiceKeyPoint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ECATI70LZC" ma:index="24" nillable="true" ma:displayName="CECATI70LZC" ma:format="Dropdown" ma:internalName="CECATI70LZC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032-0b0c-4356-9e69-304b38f5d91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5f69ec9b-07ba-4b3b-ada6-2e25e9b6c2eb}" ma:internalName="TaxCatchAll" ma:readOnly="false" ma:showField="CatchAllData" ma:web="3e5e1032-0b0c-4356-9e69-304b38f5d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e1032-0b0c-4356-9e69-304b38f5d91e" xsi:nil="true"/>
    <lcf76f155ced4ddcb4097134ff3c332f xmlns="2745a1bf-f2d5-49b7-815d-547e5fab7e94">
      <Terms xmlns="http://schemas.microsoft.com/office/infopath/2007/PartnerControls"/>
    </lcf76f155ced4ddcb4097134ff3c332f>
    <CECATI70LZC xmlns="2745a1bf-f2d5-49b7-815d-547e5fab7e94" xsi:nil="true"/>
  </documentManagement>
</p:properties>
</file>

<file path=customXml/itemProps1.xml><?xml version="1.0" encoding="utf-8"?>
<ds:datastoreItem xmlns:ds="http://schemas.openxmlformats.org/officeDocument/2006/customXml" ds:itemID="{E8F24A42-74F8-420D-8919-2606B1797A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5a1bf-f2d5-49b7-815d-547e5fab7e94"/>
    <ds:schemaRef ds:uri="3e5e1032-0b0c-4356-9e69-304b38f5d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79C53E-20AC-467E-A89A-B86F01BD0A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4ECDE6-08D3-4C08-A56A-23F997990CED}">
  <ds:schemaRefs>
    <ds:schemaRef ds:uri="http://schemas.microsoft.com/office/2006/metadata/properties"/>
    <ds:schemaRef ds:uri="http://schemas.microsoft.com/office/infopath/2007/PartnerControls"/>
    <ds:schemaRef ds:uri="3e5e1032-0b0c-4356-9e69-304b38f5d91e"/>
    <ds:schemaRef ds:uri="2745a1bf-f2d5-49b7-815d-547e5fab7e9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</TotalTime>
  <Words>63</Words>
  <Application>Microsoft Office PowerPoint</Application>
  <PresentationFormat>Personalizado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DIRECCION CECATI 98</cp:lastModifiedBy>
  <cp:revision>187</cp:revision>
  <dcterms:created xsi:type="dcterms:W3CDTF">2022-01-27T19:40:13Z</dcterms:created>
  <dcterms:modified xsi:type="dcterms:W3CDTF">2026-01-14T19:05:13Z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0x010100ED5FDCE19158FD44A3F5435DF681522B</vt:lpwstr>
  </property>
  <property fmtid="{D5CDD505-2E9C-101B-9397-08002B2CF9AE}" pid="3" name="MediaServiceImageTags">
    <vt:lpwstr/>
  </property>
</Properties>
</file>